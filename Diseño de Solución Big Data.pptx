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IBM Plex Sans Thai"/>
      <p:regular r:id="rId18"/>
      <p:bold r:id="rId19"/>
    </p:embeddedFont>
    <p:embeddedFont>
      <p:font typeface="Goldman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AB16BA9-704A-4092-8F52-5981803AE729}">
  <a:tblStyle styleId="{EAB16BA9-704A-4092-8F52-5981803AE72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ldman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Goldman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IBMPlexSansThai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IBMPlexSansThai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844914749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844914749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844914749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844914749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844914749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844914749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844914749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e844914749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844914749_0_1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e844914749_0_1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844914749_0_1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e844914749_0_1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844914749_0_1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e844914749_0_1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844914749_0_1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e844914749_0_1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844914749_0_1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e844914749_0_1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844914749_0_1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e844914749_0_1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subtítulo">
  <p:cSld name="Título y subtítulo">
    <p:bg>
      <p:bgPr>
        <a:gradFill>
          <a:gsLst>
            <a:gs pos="0">
              <a:schemeClr val="accent4"/>
            </a:gs>
            <a:gs pos="8000">
              <a:srgbClr val="0342DE"/>
            </a:gs>
            <a:gs pos="27000">
              <a:schemeClr val="dk1"/>
            </a:gs>
            <a:gs pos="81000">
              <a:srgbClr val="4A017E"/>
            </a:gs>
            <a:gs pos="93000">
              <a:schemeClr val="dk2"/>
            </a:gs>
            <a:gs pos="99000">
              <a:srgbClr val="FDB7FD"/>
            </a:gs>
            <a:gs pos="100000">
              <a:srgbClr val="FDB7FD"/>
            </a:gs>
          </a:gsLst>
          <a:lin ang="12600000" scaled="0"/>
        </a:gra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" y="1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type="title"/>
          </p:nvPr>
        </p:nvSpPr>
        <p:spPr>
          <a:xfrm>
            <a:off x="0" y="228599"/>
            <a:ext cx="9144000" cy="241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4500"/>
              <a:buFont typeface="Arial"/>
              <a:buNone/>
              <a:defRPr sz="4500" cap="none">
                <a:solidFill>
                  <a:srgbClr val="1BDEF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" y="2752971"/>
            <a:ext cx="9144000" cy="19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b="0" i="0" sz="2400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 3">
  <p:cSld name="Título y contenido 3">
    <p:bg>
      <p:bgPr>
        <a:gradFill>
          <a:gsLst>
            <a:gs pos="0">
              <a:schemeClr val="accent4"/>
            </a:gs>
            <a:gs pos="14000">
              <a:srgbClr val="0342DE"/>
            </a:gs>
            <a:gs pos="31000">
              <a:srgbClr val="02090E"/>
            </a:gs>
            <a:gs pos="81000">
              <a:schemeClr val="accent6"/>
            </a:gs>
            <a:gs pos="100000">
              <a:schemeClr val="dk2"/>
            </a:gs>
          </a:gsLst>
          <a:lin ang="7800000" scaled="0"/>
        </a:gra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3"/>
          <p:cNvGrpSpPr/>
          <p:nvPr/>
        </p:nvGrpSpPr>
        <p:grpSpPr>
          <a:xfrm>
            <a:off x="0" y="-4762"/>
            <a:ext cx="9139327" cy="5148225"/>
            <a:chOff x="0" y="-6350"/>
            <a:chExt cx="12185770" cy="6864300"/>
          </a:xfrm>
        </p:grpSpPr>
        <p:sp>
          <p:nvSpPr>
            <p:cNvPr id="17" name="Google Shape;17;p3"/>
            <p:cNvSpPr/>
            <p:nvPr/>
          </p:nvSpPr>
          <p:spPr>
            <a:xfrm>
              <a:off x="0" y="-6350"/>
              <a:ext cx="6160500" cy="6864300"/>
            </a:xfrm>
            <a:prstGeom prst="rect">
              <a:avLst/>
            </a:prstGeom>
            <a:solidFill>
              <a:schemeClr val="dk1">
                <a:alpha val="69803"/>
              </a:scheme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" name="Google Shape;18;p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" name="Google Shape;19;p3"/>
            <p:cNvGrpSpPr/>
            <p:nvPr/>
          </p:nvGrpSpPr>
          <p:grpSpPr>
            <a:xfrm rot="10800000">
              <a:off x="5304808" y="259651"/>
              <a:ext cx="584163" cy="390102"/>
              <a:chOff x="1876516" y="596691"/>
              <a:chExt cx="584163" cy="390102"/>
            </a:xfrm>
          </p:grpSpPr>
          <p:sp>
            <p:nvSpPr>
              <p:cNvPr id="20" name="Google Shape;20;p3"/>
              <p:cNvSpPr/>
              <p:nvPr/>
            </p:nvSpPr>
            <p:spPr>
              <a:xfrm>
                <a:off x="1876516" y="842493"/>
                <a:ext cx="144300" cy="144300"/>
              </a:xfrm>
              <a:prstGeom prst="ellipse">
                <a:avLst/>
              </a:prstGeom>
              <a:noFill/>
              <a:ln cap="flat" cmpd="sng" w="9525">
                <a:solidFill>
                  <a:srgbClr val="82A6FD">
                    <a:alpha val="48627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3"/>
              <p:cNvSpPr/>
              <p:nvPr/>
            </p:nvSpPr>
            <p:spPr>
              <a:xfrm>
                <a:off x="2360199" y="596691"/>
                <a:ext cx="100480" cy="100480"/>
              </a:xfrm>
              <a:custGeom>
                <a:rect b="b" l="l" r="r" t="t"/>
                <a:pathLst>
                  <a:path extrusionOk="0" h="91138" w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rgbClr val="82A6FD">
                  <a:alpha val="49019"/>
                </a:srgbClr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" name="Google Shape;22;p3"/>
          <p:cNvSpPr txBox="1"/>
          <p:nvPr>
            <p:ph type="title"/>
          </p:nvPr>
        </p:nvSpPr>
        <p:spPr>
          <a:xfrm>
            <a:off x="628651" y="273844"/>
            <a:ext cx="3349800" cy="14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2400"/>
              <a:buFont typeface="Arial"/>
              <a:buNone/>
              <a:defRPr sz="2400" cap="none">
                <a:solidFill>
                  <a:srgbClr val="1BDEF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23" name="Google Shape;23;p3"/>
          <p:cNvCxnSpPr/>
          <p:nvPr/>
        </p:nvCxnSpPr>
        <p:spPr>
          <a:xfrm>
            <a:off x="626873" y="1965375"/>
            <a:ext cx="3353700" cy="0"/>
          </a:xfrm>
          <a:prstGeom prst="straightConnector1">
            <a:avLst/>
          </a:prstGeom>
          <a:noFill/>
          <a:ln cap="flat" cmpd="sng" w="19050">
            <a:solidFill>
              <a:srgbClr val="022C9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628651" y="2323386"/>
            <a:ext cx="3349800" cy="25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ítulo y 2 columnas">
  <p:cSld name="4_Título y 2 columnas">
    <p:bg>
      <p:bgPr>
        <a:gradFill>
          <a:gsLst>
            <a:gs pos="0">
              <a:schemeClr val="accent4"/>
            </a:gs>
            <a:gs pos="14000">
              <a:srgbClr val="0342DE"/>
            </a:gs>
            <a:gs pos="31000">
              <a:srgbClr val="02090E"/>
            </a:gs>
            <a:gs pos="81000">
              <a:schemeClr val="accent6"/>
            </a:gs>
            <a:gs pos="100000">
              <a:schemeClr val="dk2"/>
            </a:gs>
          </a:gsLst>
          <a:lin ang="12600000" scaled="0"/>
        </a:gra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241402" y="257860"/>
            <a:ext cx="8663100" cy="4658100"/>
          </a:xfrm>
          <a:prstGeom prst="rect">
            <a:avLst/>
          </a:prstGeom>
          <a:solidFill>
            <a:schemeClr val="dk1">
              <a:alpha val="69803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241402" y="434340"/>
            <a:ext cx="8661300" cy="2049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subTitle"/>
          </p:nvPr>
        </p:nvSpPr>
        <p:spPr>
          <a:xfrm>
            <a:off x="241401" y="2613461"/>
            <a:ext cx="8671800" cy="17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BDEF5"/>
              </a:buClr>
              <a:buSzPts val="4500"/>
              <a:buNone/>
              <a:defRPr b="0" i="0" sz="4500" cap="none">
                <a:solidFill>
                  <a:srgbClr val="1BDEF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252304" y="4677965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855728" y="466964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de sección">
  <p:cSld name="Título de sección">
    <p:bg>
      <p:bgPr>
        <a:gradFill>
          <a:gsLst>
            <a:gs pos="0">
              <a:schemeClr val="accent4"/>
            </a:gs>
            <a:gs pos="14000">
              <a:srgbClr val="0342DE"/>
            </a:gs>
            <a:gs pos="31000">
              <a:srgbClr val="02090E"/>
            </a:gs>
            <a:gs pos="79000">
              <a:schemeClr val="accent6"/>
            </a:gs>
            <a:gs pos="100000">
              <a:schemeClr val="dk2"/>
            </a:gs>
          </a:gsLst>
          <a:lin ang="5400000" scaled="0"/>
        </a:gra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1" y="1"/>
            <a:ext cx="9144000" cy="5143500"/>
          </a:xfrm>
          <a:prstGeom prst="rect">
            <a:avLst/>
          </a:prstGeom>
          <a:gradFill>
            <a:gsLst>
              <a:gs pos="0">
                <a:srgbClr val="1A012C"/>
              </a:gs>
              <a:gs pos="45000">
                <a:srgbClr val="1A012C">
                  <a:alpha val="49803"/>
                </a:srgbClr>
              </a:gs>
              <a:gs pos="100000">
                <a:srgbClr val="4A017E">
                  <a:alpha val="49803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69662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1" y="-4762"/>
            <a:ext cx="4572000" cy="5148300"/>
          </a:xfrm>
          <a:prstGeom prst="rect">
            <a:avLst/>
          </a:prstGeom>
          <a:solidFill>
            <a:schemeClr val="dk1">
              <a:alpha val="69803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599918" y="383822"/>
            <a:ext cx="3720600" cy="20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601980" y="2613461"/>
            <a:ext cx="3718500" cy="17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BDEF5"/>
              </a:buClr>
              <a:buSzPts val="2400"/>
              <a:buNone/>
              <a:defRPr b="0" i="0" sz="2400" cap="none">
                <a:solidFill>
                  <a:srgbClr val="1BDEF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6" name="Google Shape;36;p5"/>
          <p:cNvSpPr/>
          <p:nvPr>
            <p:ph idx="2" type="pic"/>
          </p:nvPr>
        </p:nvSpPr>
        <p:spPr>
          <a:xfrm>
            <a:off x="4873229" y="252413"/>
            <a:ext cx="3992100" cy="46386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252304" y="4677965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6855728" y="466964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ítulo y 2 columnas">
  <p:cSld name="6_Título y 2 columnas">
    <p:bg>
      <p:bgPr>
        <a:gradFill>
          <a:gsLst>
            <a:gs pos="0">
              <a:schemeClr val="accent4"/>
            </a:gs>
            <a:gs pos="14000">
              <a:srgbClr val="0342DE"/>
            </a:gs>
            <a:gs pos="55000">
              <a:srgbClr val="02090E"/>
            </a:gs>
            <a:gs pos="79000">
              <a:schemeClr val="accent6"/>
            </a:gs>
            <a:gs pos="100000">
              <a:schemeClr val="dk2"/>
            </a:gs>
          </a:gsLst>
          <a:lin ang="7800000" scaled="0"/>
        </a:gra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4762"/>
            <a:ext cx="1767254" cy="5140398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6"/>
          <p:cNvSpPr/>
          <p:nvPr/>
        </p:nvSpPr>
        <p:spPr>
          <a:xfrm>
            <a:off x="1767254" y="-4762"/>
            <a:ext cx="7374000" cy="5148300"/>
          </a:xfrm>
          <a:prstGeom prst="rect">
            <a:avLst/>
          </a:prstGeom>
          <a:solidFill>
            <a:schemeClr val="dk1">
              <a:alpha val="69803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" name="Google Shape;42;p6"/>
          <p:cNvCxnSpPr/>
          <p:nvPr/>
        </p:nvCxnSpPr>
        <p:spPr>
          <a:xfrm>
            <a:off x="2479252" y="1501832"/>
            <a:ext cx="5941500" cy="0"/>
          </a:xfrm>
          <a:prstGeom prst="straightConnector1">
            <a:avLst/>
          </a:prstGeom>
          <a:noFill/>
          <a:ln cap="flat" cmpd="sng" w="19050">
            <a:solidFill>
              <a:srgbClr val="022C9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" name="Google Shape;43;p6"/>
          <p:cNvSpPr txBox="1"/>
          <p:nvPr>
            <p:ph type="title"/>
          </p:nvPr>
        </p:nvSpPr>
        <p:spPr>
          <a:xfrm>
            <a:off x="2479252" y="84823"/>
            <a:ext cx="5565600" cy="124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2400"/>
              <a:buFont typeface="Arial"/>
              <a:buNone/>
              <a:defRPr sz="2400" cap="none">
                <a:solidFill>
                  <a:srgbClr val="1BDEF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2479252" y="1852613"/>
            <a:ext cx="5565600" cy="27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rial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Char char="•"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Char char="•"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Arial"/>
              <a:buChar char="•"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252304" y="4677965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6855728" y="466964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ítulo y 2 columnas">
  <p:cSld name="3_Título y 2 columnas">
    <p:bg>
      <p:bgPr>
        <a:gradFill>
          <a:gsLst>
            <a:gs pos="0">
              <a:schemeClr val="accent4"/>
            </a:gs>
            <a:gs pos="14000">
              <a:srgbClr val="0342DE"/>
            </a:gs>
            <a:gs pos="31000">
              <a:srgbClr val="02090E"/>
            </a:gs>
            <a:gs pos="81000">
              <a:schemeClr val="accent6"/>
            </a:gs>
            <a:gs pos="100000">
              <a:schemeClr val="dk2"/>
            </a:gs>
          </a:gsLst>
          <a:lin ang="7800000" scaled="0"/>
        </a:gra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7"/>
          <p:cNvGrpSpPr/>
          <p:nvPr/>
        </p:nvGrpSpPr>
        <p:grpSpPr>
          <a:xfrm>
            <a:off x="2" y="1"/>
            <a:ext cx="9144000" cy="5143500"/>
            <a:chOff x="3" y="2"/>
            <a:chExt cx="12192000" cy="6858000"/>
          </a:xfrm>
        </p:grpSpPr>
        <p:sp>
          <p:nvSpPr>
            <p:cNvPr id="49" name="Google Shape;49;p7"/>
            <p:cNvSpPr/>
            <p:nvPr/>
          </p:nvSpPr>
          <p:spPr>
            <a:xfrm>
              <a:off x="3" y="2"/>
              <a:ext cx="12192000" cy="6858000"/>
            </a:xfrm>
            <a:prstGeom prst="rect">
              <a:avLst/>
            </a:prstGeom>
            <a:gradFill>
              <a:gsLst>
                <a:gs pos="0">
                  <a:srgbClr val="1A012C"/>
                </a:gs>
                <a:gs pos="45000">
                  <a:srgbClr val="1A012C">
                    <a:alpha val="49803"/>
                  </a:srgbClr>
                </a:gs>
                <a:gs pos="100000">
                  <a:srgbClr val="4A017E">
                    <a:alpha val="49803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rgbClr val="69662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0" name="Google Shape;50;p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1" name="Google Shape;51;p7"/>
            <p:cNvGrpSpPr/>
            <p:nvPr/>
          </p:nvGrpSpPr>
          <p:grpSpPr>
            <a:xfrm rot="5400000">
              <a:off x="1645729" y="1222426"/>
              <a:ext cx="431697" cy="412684"/>
              <a:chOff x="1870843" y="869908"/>
              <a:chExt cx="431697" cy="412684"/>
            </a:xfrm>
          </p:grpSpPr>
          <p:sp>
            <p:nvSpPr>
              <p:cNvPr id="52" name="Google Shape;52;p7"/>
              <p:cNvSpPr/>
              <p:nvPr/>
            </p:nvSpPr>
            <p:spPr>
              <a:xfrm rot="10800000">
                <a:off x="1870843" y="1154560"/>
                <a:ext cx="128032" cy="128032"/>
              </a:xfrm>
              <a:custGeom>
                <a:rect b="b" l="l" r="r" t="t"/>
                <a:pathLst>
                  <a:path extrusionOk="0" h="127713" w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rgbClr val="82A6FD">
                  <a:alpha val="49019"/>
                </a:srgbClr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7"/>
              <p:cNvSpPr/>
              <p:nvPr/>
            </p:nvSpPr>
            <p:spPr>
              <a:xfrm>
                <a:off x="2256743" y="869908"/>
                <a:ext cx="45797" cy="37822"/>
              </a:xfrm>
              <a:custGeom>
                <a:rect b="b" l="l" r="r" t="t"/>
                <a:pathLst>
                  <a:path extrusionOk="0" h="91138" w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rgbClr val="82A6FD">
                  <a:alpha val="49019"/>
                </a:srgbClr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" name="Google Shape;54;p7"/>
            <p:cNvGrpSpPr/>
            <p:nvPr/>
          </p:nvGrpSpPr>
          <p:grpSpPr>
            <a:xfrm rot="-973440">
              <a:off x="10248221" y="5448844"/>
              <a:ext cx="431708" cy="412694"/>
              <a:chOff x="1870843" y="869908"/>
              <a:chExt cx="431697" cy="412684"/>
            </a:xfrm>
          </p:grpSpPr>
          <p:sp>
            <p:nvSpPr>
              <p:cNvPr id="55" name="Google Shape;55;p7"/>
              <p:cNvSpPr/>
              <p:nvPr/>
            </p:nvSpPr>
            <p:spPr>
              <a:xfrm rot="10800000">
                <a:off x="1870843" y="1154560"/>
                <a:ext cx="128032" cy="128032"/>
              </a:xfrm>
              <a:custGeom>
                <a:rect b="b" l="l" r="r" t="t"/>
                <a:pathLst>
                  <a:path extrusionOk="0" h="127713" w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rgbClr val="82A6FD">
                  <a:alpha val="49019"/>
                </a:srgbClr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7"/>
              <p:cNvSpPr/>
              <p:nvPr/>
            </p:nvSpPr>
            <p:spPr>
              <a:xfrm>
                <a:off x="2256743" y="869908"/>
                <a:ext cx="45797" cy="37822"/>
              </a:xfrm>
              <a:custGeom>
                <a:rect b="b" l="l" r="r" t="t"/>
                <a:pathLst>
                  <a:path extrusionOk="0" h="91138" w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rgbClr val="82A6FD">
                  <a:alpha val="49019"/>
                </a:srgbClr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7" name="Google Shape;57;p7"/>
          <p:cNvSpPr txBox="1"/>
          <p:nvPr>
            <p:ph type="title"/>
          </p:nvPr>
        </p:nvSpPr>
        <p:spPr>
          <a:xfrm>
            <a:off x="2199336" y="198120"/>
            <a:ext cx="4745400" cy="25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2400"/>
              <a:buFont typeface="Arial"/>
              <a:buNone/>
              <a:defRPr sz="2400" cap="none">
                <a:solidFill>
                  <a:srgbClr val="1BDEF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" type="subTitle"/>
          </p:nvPr>
        </p:nvSpPr>
        <p:spPr>
          <a:xfrm>
            <a:off x="2199336" y="2971601"/>
            <a:ext cx="4745400" cy="19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ítulo y 2 columnas">
  <p:cSld name="7_Título y 2 columnas">
    <p:bg>
      <p:bgPr>
        <a:gradFill>
          <a:gsLst>
            <a:gs pos="0">
              <a:schemeClr val="accent4"/>
            </a:gs>
            <a:gs pos="14000">
              <a:srgbClr val="0342DE"/>
            </a:gs>
            <a:gs pos="31000">
              <a:srgbClr val="02090E"/>
            </a:gs>
            <a:gs pos="81000">
              <a:schemeClr val="accent6"/>
            </a:gs>
            <a:gs pos="100000">
              <a:schemeClr val="dk2"/>
            </a:gs>
          </a:gsLst>
          <a:lin ang="7800000" scaled="0"/>
        </a:gra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8"/>
          <p:cNvGrpSpPr/>
          <p:nvPr/>
        </p:nvGrpSpPr>
        <p:grpSpPr>
          <a:xfrm>
            <a:off x="-1" y="-4762"/>
            <a:ext cx="9143888" cy="5148262"/>
            <a:chOff x="-1" y="-6350"/>
            <a:chExt cx="12191851" cy="6864350"/>
          </a:xfrm>
        </p:grpSpPr>
        <p:sp>
          <p:nvSpPr>
            <p:cNvPr id="61" name="Google Shape;61;p8"/>
            <p:cNvSpPr/>
            <p:nvPr/>
          </p:nvSpPr>
          <p:spPr>
            <a:xfrm>
              <a:off x="1428750" y="-6350"/>
              <a:ext cx="10763100" cy="6864300"/>
            </a:xfrm>
            <a:prstGeom prst="rect">
              <a:avLst/>
            </a:prstGeom>
            <a:solidFill>
              <a:schemeClr val="dk1">
                <a:alpha val="69803"/>
              </a:scheme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Espiral azul y púrpura&#10;&#10;Descripción generada automáticamente" id="62" name="Google Shape;62;p8"/>
            <p:cNvPicPr preferRelativeResize="0"/>
            <p:nvPr/>
          </p:nvPicPr>
          <p:blipFill rotWithShape="1">
            <a:blip r:embed="rId2">
              <a:alphaModFix/>
            </a:blip>
            <a:srcRect b="-93" l="0" r="0" t="0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3" name="Google Shape;63;p8"/>
            <p:cNvGrpSpPr/>
            <p:nvPr/>
          </p:nvGrpSpPr>
          <p:grpSpPr>
            <a:xfrm>
              <a:off x="10649689" y="4382998"/>
              <a:ext cx="754035" cy="1865766"/>
              <a:chOff x="653351" y="2693558"/>
              <a:chExt cx="754035" cy="1865766"/>
            </a:xfrm>
          </p:grpSpPr>
          <p:sp>
            <p:nvSpPr>
              <p:cNvPr id="64" name="Google Shape;64;p8"/>
              <p:cNvSpPr/>
              <p:nvPr/>
            </p:nvSpPr>
            <p:spPr>
              <a:xfrm>
                <a:off x="1098137" y="2693558"/>
                <a:ext cx="128032" cy="128032"/>
              </a:xfrm>
              <a:custGeom>
                <a:rect b="b" l="l" r="r" t="t"/>
                <a:pathLst>
                  <a:path extrusionOk="0" h="127713" w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rgbClr val="82A6FD">
                  <a:alpha val="49019"/>
                </a:srgbClr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8"/>
              <p:cNvSpPr/>
              <p:nvPr/>
            </p:nvSpPr>
            <p:spPr>
              <a:xfrm>
                <a:off x="1306906" y="3837599"/>
                <a:ext cx="100480" cy="100480"/>
              </a:xfrm>
              <a:custGeom>
                <a:rect b="b" l="l" r="r" t="t"/>
                <a:pathLst>
                  <a:path extrusionOk="0" h="91138" w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rgbClr val="82A6FD">
                  <a:alpha val="49019"/>
                </a:srgbClr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8"/>
              <p:cNvSpPr/>
              <p:nvPr/>
            </p:nvSpPr>
            <p:spPr>
              <a:xfrm>
                <a:off x="653351" y="4521502"/>
                <a:ext cx="45797" cy="37822"/>
              </a:xfrm>
              <a:custGeom>
                <a:rect b="b" l="l" r="r" t="t"/>
                <a:pathLst>
                  <a:path extrusionOk="0" h="91138" w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rgbClr val="82A6FD">
                  <a:alpha val="49019"/>
                </a:srgbClr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" name="Google Shape;67;p8"/>
            <p:cNvGrpSpPr/>
            <p:nvPr/>
          </p:nvGrpSpPr>
          <p:grpSpPr>
            <a:xfrm>
              <a:off x="1870843" y="869908"/>
              <a:ext cx="431697" cy="412684"/>
              <a:chOff x="1870843" y="869908"/>
              <a:chExt cx="431697" cy="412684"/>
            </a:xfrm>
          </p:grpSpPr>
          <p:sp>
            <p:nvSpPr>
              <p:cNvPr id="68" name="Google Shape;68;p8"/>
              <p:cNvSpPr/>
              <p:nvPr/>
            </p:nvSpPr>
            <p:spPr>
              <a:xfrm rot="10800000">
                <a:off x="1870843" y="1154560"/>
                <a:ext cx="128032" cy="128032"/>
              </a:xfrm>
              <a:custGeom>
                <a:rect b="b" l="l" r="r" t="t"/>
                <a:pathLst>
                  <a:path extrusionOk="0" h="127713" w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rgbClr val="82A6FD">
                  <a:alpha val="49019"/>
                </a:srgbClr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8"/>
              <p:cNvSpPr/>
              <p:nvPr/>
            </p:nvSpPr>
            <p:spPr>
              <a:xfrm>
                <a:off x="2256743" y="869908"/>
                <a:ext cx="45797" cy="37822"/>
              </a:xfrm>
              <a:custGeom>
                <a:rect b="b" l="l" r="r" t="t"/>
                <a:pathLst>
                  <a:path extrusionOk="0" h="91138" w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rgbClr val="82A6FD">
                  <a:alpha val="49019"/>
                </a:srgbClr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70" name="Google Shape;70;p8"/>
          <p:cNvCxnSpPr/>
          <p:nvPr/>
        </p:nvCxnSpPr>
        <p:spPr>
          <a:xfrm>
            <a:off x="1776854" y="1501832"/>
            <a:ext cx="6655200" cy="0"/>
          </a:xfrm>
          <a:prstGeom prst="straightConnector1">
            <a:avLst/>
          </a:prstGeom>
          <a:noFill/>
          <a:ln cap="flat" cmpd="sng" w="19050">
            <a:solidFill>
              <a:srgbClr val="022C9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" name="Google Shape;71;p8"/>
          <p:cNvSpPr txBox="1"/>
          <p:nvPr>
            <p:ph type="title"/>
          </p:nvPr>
        </p:nvSpPr>
        <p:spPr>
          <a:xfrm>
            <a:off x="1799715" y="121920"/>
            <a:ext cx="6632400" cy="121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2400"/>
              <a:buFont typeface="Arial"/>
              <a:buNone/>
              <a:defRPr sz="2400" cap="none">
                <a:solidFill>
                  <a:srgbClr val="1BDEF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" type="body"/>
          </p:nvPr>
        </p:nvSpPr>
        <p:spPr>
          <a:xfrm>
            <a:off x="1779752" y="1856108"/>
            <a:ext cx="3011400" cy="26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BDEF5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BDEF5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BDEF5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3" name="Google Shape;73;p8"/>
          <p:cNvSpPr txBox="1"/>
          <p:nvPr>
            <p:ph idx="2" type="body"/>
          </p:nvPr>
        </p:nvSpPr>
        <p:spPr>
          <a:xfrm>
            <a:off x="5246369" y="1856108"/>
            <a:ext cx="3170400" cy="26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BDEF5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BDEF5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BDEF5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11" type="ftr"/>
          </p:nvPr>
        </p:nvSpPr>
        <p:spPr>
          <a:xfrm>
            <a:off x="252304" y="4677965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8"/>
          <p:cNvSpPr txBox="1"/>
          <p:nvPr>
            <p:ph idx="12" type="sldNum"/>
          </p:nvPr>
        </p:nvSpPr>
        <p:spPr>
          <a:xfrm>
            <a:off x="6855728" y="466964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ítulo y 2 columnas">
  <p:cSld name="8_Título y 2 columnas">
    <p:bg>
      <p:bgPr>
        <a:gradFill>
          <a:gsLst>
            <a:gs pos="0">
              <a:schemeClr val="accent4"/>
            </a:gs>
            <a:gs pos="14000">
              <a:srgbClr val="0342DE"/>
            </a:gs>
            <a:gs pos="31000">
              <a:srgbClr val="02090E"/>
            </a:gs>
            <a:gs pos="81000">
              <a:schemeClr val="accent6"/>
            </a:gs>
            <a:gs pos="100000">
              <a:schemeClr val="dk2"/>
            </a:gs>
          </a:gsLst>
          <a:lin ang="7800000" scaled="0"/>
        </a:gra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/>
          <p:nvPr/>
        </p:nvSpPr>
        <p:spPr>
          <a:xfrm>
            <a:off x="241402" y="257860"/>
            <a:ext cx="8663100" cy="4658100"/>
          </a:xfrm>
          <a:prstGeom prst="rect">
            <a:avLst/>
          </a:prstGeom>
          <a:solidFill>
            <a:schemeClr val="dk1">
              <a:alpha val="69803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" name="Google Shape;78;p9"/>
          <p:cNvCxnSpPr/>
          <p:nvPr/>
        </p:nvCxnSpPr>
        <p:spPr>
          <a:xfrm>
            <a:off x="605279" y="1487779"/>
            <a:ext cx="7826700" cy="0"/>
          </a:xfrm>
          <a:prstGeom prst="straightConnector1">
            <a:avLst/>
          </a:prstGeom>
          <a:noFill/>
          <a:ln cap="flat" cmpd="sng" w="19050">
            <a:solidFill>
              <a:srgbClr val="022C9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9" name="Google Shape;79;p9"/>
          <p:cNvGrpSpPr/>
          <p:nvPr/>
        </p:nvGrpSpPr>
        <p:grpSpPr>
          <a:xfrm flipH="1" rot="10800000">
            <a:off x="7866398" y="3157486"/>
            <a:ext cx="565526" cy="1399325"/>
            <a:chOff x="653351" y="2693558"/>
            <a:chExt cx="754035" cy="1865766"/>
          </a:xfrm>
        </p:grpSpPr>
        <p:sp>
          <p:nvSpPr>
            <p:cNvPr id="80" name="Google Shape;80;p9"/>
            <p:cNvSpPr/>
            <p:nvPr/>
          </p:nvSpPr>
          <p:spPr>
            <a:xfrm>
              <a:off x="1098137" y="2693558"/>
              <a:ext cx="128032" cy="128032"/>
            </a:xfrm>
            <a:custGeom>
              <a:rect b="b" l="l" r="r" t="t"/>
              <a:pathLst>
                <a:path extrusionOk="0" h="127713" w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rgbClr val="82A6FD">
                <a:alpha val="49019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9"/>
            <p:cNvSpPr/>
            <p:nvPr/>
          </p:nvSpPr>
          <p:spPr>
            <a:xfrm>
              <a:off x="1306906" y="3837599"/>
              <a:ext cx="100480" cy="100480"/>
            </a:xfrm>
            <a:custGeom>
              <a:rect b="b" l="l" r="r" t="t"/>
              <a:pathLst>
                <a:path extrusionOk="0" h="91138" w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rgbClr val="82A6FD">
                <a:alpha val="49019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9"/>
            <p:cNvSpPr/>
            <p:nvPr/>
          </p:nvSpPr>
          <p:spPr>
            <a:xfrm>
              <a:off x="653351" y="4521502"/>
              <a:ext cx="45797" cy="37822"/>
            </a:xfrm>
            <a:custGeom>
              <a:rect b="b" l="l" r="r" t="t"/>
              <a:pathLst>
                <a:path extrusionOk="0" h="91138" w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rgbClr val="82A6FD">
                <a:alpha val="49019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p9"/>
          <p:cNvSpPr txBox="1"/>
          <p:nvPr>
            <p:ph type="title"/>
          </p:nvPr>
        </p:nvSpPr>
        <p:spPr>
          <a:xfrm>
            <a:off x="556260" y="322862"/>
            <a:ext cx="7875600" cy="99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2400"/>
              <a:buFont typeface="Arial"/>
              <a:buNone/>
              <a:defRPr sz="2400" cap="none">
                <a:solidFill>
                  <a:srgbClr val="1BDEF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1" type="body"/>
          </p:nvPr>
        </p:nvSpPr>
        <p:spPr>
          <a:xfrm>
            <a:off x="605278" y="1849154"/>
            <a:ext cx="2830800" cy="27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BDEF5"/>
              </a:buClr>
              <a:buSzPts val="1400"/>
              <a:buFont typeface="Arial"/>
              <a:buAutoNum type="arabicPeriod"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BDEF5"/>
              </a:buClr>
              <a:buSzPts val="1400"/>
              <a:buFont typeface="Arial"/>
              <a:buAutoNum type="alphaLcPeriod"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BDEF5"/>
              </a:buClr>
              <a:buSzPts val="1400"/>
              <a:buFont typeface="Arial"/>
              <a:buAutoNum type="arabicParenR"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BDEF5"/>
              </a:buClr>
              <a:buSzPts val="1400"/>
              <a:buFont typeface="Arial"/>
              <a:buAutoNum type="alphaLcParenR"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2" type="body"/>
          </p:nvPr>
        </p:nvSpPr>
        <p:spPr>
          <a:xfrm>
            <a:off x="3695700" y="1849154"/>
            <a:ext cx="4736400" cy="27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BDEF5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BDEF5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BDEF5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9"/>
          <p:cNvSpPr txBox="1"/>
          <p:nvPr>
            <p:ph idx="11" type="ftr"/>
          </p:nvPr>
        </p:nvSpPr>
        <p:spPr>
          <a:xfrm>
            <a:off x="252304" y="4677965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9"/>
          <p:cNvSpPr txBox="1"/>
          <p:nvPr>
            <p:ph idx="12" type="sldNum"/>
          </p:nvPr>
        </p:nvSpPr>
        <p:spPr>
          <a:xfrm>
            <a:off x="6855728" y="466964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ítulo y 2 columnas">
  <p:cSld name="2_Título y 2 columnas">
    <p:bg>
      <p:bgPr>
        <a:gradFill>
          <a:gsLst>
            <a:gs pos="0">
              <a:schemeClr val="accent4"/>
            </a:gs>
            <a:gs pos="14000">
              <a:srgbClr val="0342DE"/>
            </a:gs>
            <a:gs pos="55000">
              <a:srgbClr val="02090E"/>
            </a:gs>
            <a:gs pos="81000">
              <a:schemeClr val="accent6"/>
            </a:gs>
            <a:gs pos="100000">
              <a:schemeClr val="dk2"/>
            </a:gs>
          </a:gsLst>
          <a:lin ang="7800000" scaled="0"/>
        </a:gra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"/>
          <p:cNvSpPr/>
          <p:nvPr/>
        </p:nvSpPr>
        <p:spPr>
          <a:xfrm>
            <a:off x="4529796" y="-4762"/>
            <a:ext cx="4616100" cy="5148300"/>
          </a:xfrm>
          <a:prstGeom prst="rect">
            <a:avLst/>
          </a:prstGeom>
          <a:solidFill>
            <a:schemeClr val="dk1">
              <a:alpha val="69803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 txBox="1"/>
          <p:nvPr>
            <p:ph type="title"/>
          </p:nvPr>
        </p:nvSpPr>
        <p:spPr>
          <a:xfrm>
            <a:off x="5167220" y="130302"/>
            <a:ext cx="3264600" cy="16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2400"/>
              <a:buFont typeface="Arial"/>
              <a:buNone/>
              <a:defRPr sz="2400" cap="none">
                <a:solidFill>
                  <a:srgbClr val="1BDEF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0"/>
          <p:cNvSpPr/>
          <p:nvPr>
            <p:ph idx="2" type="pic"/>
          </p:nvPr>
        </p:nvSpPr>
        <p:spPr>
          <a:xfrm>
            <a:off x="252413" y="252413"/>
            <a:ext cx="3977700" cy="46386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10"/>
          <p:cNvSpPr txBox="1"/>
          <p:nvPr>
            <p:ph idx="1" type="body"/>
          </p:nvPr>
        </p:nvSpPr>
        <p:spPr>
          <a:xfrm>
            <a:off x="5167220" y="2328208"/>
            <a:ext cx="32787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sz="1400"/>
            </a:lvl2pPr>
            <a:lvl3pPr indent="-317500" lvl="2" marL="1371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sz="1400"/>
            </a:lvl3pPr>
            <a:lvl4pPr indent="-317500" lvl="3" marL="1828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3" name="Google Shape;93;p10"/>
          <p:cNvSpPr txBox="1"/>
          <p:nvPr>
            <p:ph idx="12" type="sldNum"/>
          </p:nvPr>
        </p:nvSpPr>
        <p:spPr>
          <a:xfrm>
            <a:off x="6855728" y="466964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cxnSp>
        <p:nvCxnSpPr>
          <p:cNvPr id="94" name="Google Shape;94;p10"/>
          <p:cNvCxnSpPr/>
          <p:nvPr/>
        </p:nvCxnSpPr>
        <p:spPr>
          <a:xfrm>
            <a:off x="5167220" y="2009610"/>
            <a:ext cx="3264600" cy="0"/>
          </a:xfrm>
          <a:prstGeom prst="straightConnector1">
            <a:avLst/>
          </a:prstGeom>
          <a:noFill/>
          <a:ln cap="flat" cmpd="sng" w="19050">
            <a:solidFill>
              <a:srgbClr val="022C94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ítulo y 2 columnas">
  <p:cSld name="9_Título y 2 columnas">
    <p:bg>
      <p:bgPr>
        <a:gradFill>
          <a:gsLst>
            <a:gs pos="0">
              <a:schemeClr val="accent4"/>
            </a:gs>
            <a:gs pos="14000">
              <a:srgbClr val="0342DE"/>
            </a:gs>
            <a:gs pos="55000">
              <a:srgbClr val="02090E"/>
            </a:gs>
            <a:gs pos="81000">
              <a:schemeClr val="accent6"/>
            </a:gs>
            <a:gs pos="100000">
              <a:schemeClr val="dk2"/>
            </a:gs>
          </a:gsLst>
          <a:lin ang="2700000" scaled="0"/>
        </a:gra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/>
          <p:nvPr/>
        </p:nvSpPr>
        <p:spPr>
          <a:xfrm>
            <a:off x="0" y="-4762"/>
            <a:ext cx="3485100" cy="5148300"/>
          </a:xfrm>
          <a:prstGeom prst="rect">
            <a:avLst/>
          </a:prstGeom>
          <a:solidFill>
            <a:schemeClr val="dk1">
              <a:alpha val="69803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p11"/>
          <p:cNvCxnSpPr/>
          <p:nvPr/>
        </p:nvCxnSpPr>
        <p:spPr>
          <a:xfrm>
            <a:off x="626873" y="2010101"/>
            <a:ext cx="2484000" cy="0"/>
          </a:xfrm>
          <a:prstGeom prst="straightConnector1">
            <a:avLst/>
          </a:prstGeom>
          <a:noFill/>
          <a:ln cap="flat" cmpd="sng" w="19050">
            <a:solidFill>
              <a:srgbClr val="022C9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" name="Google Shape;98;p11"/>
          <p:cNvSpPr txBox="1"/>
          <p:nvPr>
            <p:ph type="title"/>
          </p:nvPr>
        </p:nvSpPr>
        <p:spPr>
          <a:xfrm>
            <a:off x="626528" y="128547"/>
            <a:ext cx="2802600" cy="16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2400"/>
              <a:buFont typeface="Arial"/>
              <a:buNone/>
              <a:defRPr sz="2400" cap="none">
                <a:solidFill>
                  <a:srgbClr val="1BDEF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" type="body"/>
          </p:nvPr>
        </p:nvSpPr>
        <p:spPr>
          <a:xfrm>
            <a:off x="631287" y="2308860"/>
            <a:ext cx="2331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sz="1400"/>
            </a:lvl2pPr>
            <a:lvl3pPr indent="-317500" lvl="2" marL="1371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sz="1400"/>
            </a:lvl3pPr>
            <a:lvl4pPr indent="-317500" lvl="3" marL="1828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1" type="ftr"/>
          </p:nvPr>
        </p:nvSpPr>
        <p:spPr>
          <a:xfrm>
            <a:off x="252304" y="4677965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Título y 2 columnas">
  <p:cSld name="10_Título y 2 columnas">
    <p:bg>
      <p:bgPr>
        <a:gradFill>
          <a:gsLst>
            <a:gs pos="0">
              <a:schemeClr val="accent4"/>
            </a:gs>
            <a:gs pos="14000">
              <a:srgbClr val="0342DE"/>
            </a:gs>
            <a:gs pos="31000">
              <a:srgbClr val="02090E"/>
            </a:gs>
            <a:gs pos="81000">
              <a:schemeClr val="accent6"/>
            </a:gs>
            <a:gs pos="100000">
              <a:schemeClr val="dk2"/>
            </a:gs>
          </a:gsLst>
          <a:lin ang="7800000" scaled="0"/>
        </a:gra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69803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12"/>
          <p:cNvCxnSpPr/>
          <p:nvPr/>
        </p:nvCxnSpPr>
        <p:spPr>
          <a:xfrm>
            <a:off x="605279" y="1487562"/>
            <a:ext cx="7826700" cy="0"/>
          </a:xfrm>
          <a:prstGeom prst="straightConnector1">
            <a:avLst/>
          </a:prstGeom>
          <a:noFill/>
          <a:ln cap="flat" cmpd="sng" w="19050">
            <a:solidFill>
              <a:srgbClr val="022C9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" name="Google Shape;104;p12"/>
          <p:cNvSpPr txBox="1"/>
          <p:nvPr>
            <p:ph type="title"/>
          </p:nvPr>
        </p:nvSpPr>
        <p:spPr>
          <a:xfrm>
            <a:off x="550171" y="325430"/>
            <a:ext cx="7886700" cy="99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2400"/>
              <a:buFont typeface="Arial"/>
              <a:buNone/>
              <a:defRPr sz="2400" cap="none">
                <a:solidFill>
                  <a:srgbClr val="1BDEF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12"/>
          <p:cNvSpPr txBox="1"/>
          <p:nvPr>
            <p:ph idx="1" type="body"/>
          </p:nvPr>
        </p:nvSpPr>
        <p:spPr>
          <a:xfrm>
            <a:off x="610726" y="1849151"/>
            <a:ext cx="54777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2" type="body"/>
          </p:nvPr>
        </p:nvSpPr>
        <p:spPr>
          <a:xfrm>
            <a:off x="6294120" y="1849041"/>
            <a:ext cx="2142600" cy="25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1" type="ftr"/>
          </p:nvPr>
        </p:nvSpPr>
        <p:spPr>
          <a:xfrm>
            <a:off x="252304" y="4677965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6855728" y="466964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2 columnas">
  <p:cSld name="Título y 2 columnas">
    <p:bg>
      <p:bgPr>
        <a:gradFill>
          <a:gsLst>
            <a:gs pos="0">
              <a:schemeClr val="accent4"/>
            </a:gs>
            <a:gs pos="14000">
              <a:srgbClr val="0342DE"/>
            </a:gs>
            <a:gs pos="31000">
              <a:srgbClr val="02090E"/>
            </a:gs>
            <a:gs pos="81000">
              <a:schemeClr val="accent6"/>
            </a:gs>
            <a:gs pos="100000">
              <a:schemeClr val="dk2"/>
            </a:gs>
          </a:gsLst>
          <a:lin ang="7800000" scaled="0"/>
        </a:gra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/>
          <p:nvPr/>
        </p:nvSpPr>
        <p:spPr>
          <a:xfrm>
            <a:off x="241402" y="257860"/>
            <a:ext cx="8663100" cy="4658100"/>
          </a:xfrm>
          <a:prstGeom prst="rect">
            <a:avLst/>
          </a:prstGeom>
          <a:solidFill>
            <a:schemeClr val="dk1">
              <a:alpha val="69803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13"/>
          <p:cNvCxnSpPr/>
          <p:nvPr/>
        </p:nvCxnSpPr>
        <p:spPr>
          <a:xfrm>
            <a:off x="605279" y="1493660"/>
            <a:ext cx="7910100" cy="0"/>
          </a:xfrm>
          <a:prstGeom prst="straightConnector1">
            <a:avLst/>
          </a:prstGeom>
          <a:noFill/>
          <a:ln cap="flat" cmpd="sng" w="19050">
            <a:solidFill>
              <a:srgbClr val="022C9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13"/>
          <p:cNvSpPr txBox="1"/>
          <p:nvPr>
            <p:ph type="title"/>
          </p:nvPr>
        </p:nvSpPr>
        <p:spPr>
          <a:xfrm>
            <a:off x="626528" y="482881"/>
            <a:ext cx="78867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2400"/>
              <a:buFont typeface="Arial"/>
              <a:buNone/>
              <a:defRPr sz="2400" cap="none">
                <a:solidFill>
                  <a:srgbClr val="1BDEF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13" name="Google Shape;113;p13"/>
          <p:cNvCxnSpPr/>
          <p:nvPr/>
        </p:nvCxnSpPr>
        <p:spPr>
          <a:xfrm>
            <a:off x="605279" y="1487779"/>
            <a:ext cx="7826700" cy="0"/>
          </a:xfrm>
          <a:prstGeom prst="straightConnector1">
            <a:avLst/>
          </a:prstGeom>
          <a:noFill/>
          <a:ln cap="flat" cmpd="sng" w="19050">
            <a:solidFill>
              <a:srgbClr val="022C9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" name="Google Shape;114;p13"/>
          <p:cNvSpPr txBox="1"/>
          <p:nvPr>
            <p:ph idx="11" type="ftr"/>
          </p:nvPr>
        </p:nvSpPr>
        <p:spPr>
          <a:xfrm>
            <a:off x="252304" y="4677965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12" type="sldNum"/>
          </p:nvPr>
        </p:nvSpPr>
        <p:spPr>
          <a:xfrm>
            <a:off x="6855728" y="466964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Cierre">
    <p:bg>
      <p:bgPr>
        <a:gradFill>
          <a:gsLst>
            <a:gs pos="0">
              <a:schemeClr val="accent4"/>
            </a:gs>
            <a:gs pos="11979">
              <a:srgbClr val="022C94"/>
            </a:gs>
            <a:gs pos="35040">
              <a:srgbClr val="020B11"/>
            </a:gs>
            <a:gs pos="81987">
              <a:srgbClr val="4A017E"/>
            </a:gs>
            <a:gs pos="99000">
              <a:schemeClr val="dk2"/>
            </a:gs>
            <a:gs pos="100000">
              <a:schemeClr val="dk2"/>
            </a:gs>
          </a:gsLst>
          <a:lin ang="5400000" scaled="0"/>
        </a:gra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4"/>
          <p:cNvGrpSpPr/>
          <p:nvPr/>
        </p:nvGrpSpPr>
        <p:grpSpPr>
          <a:xfrm>
            <a:off x="3431597" y="3103"/>
            <a:ext cx="5712402" cy="5140397"/>
            <a:chOff x="4575462" y="4137"/>
            <a:chExt cx="7616536" cy="6853863"/>
          </a:xfrm>
        </p:grpSpPr>
        <p:grpSp>
          <p:nvGrpSpPr>
            <p:cNvPr id="118" name="Google Shape;118;p14"/>
            <p:cNvGrpSpPr/>
            <p:nvPr/>
          </p:nvGrpSpPr>
          <p:grpSpPr>
            <a:xfrm>
              <a:off x="4575462" y="691665"/>
              <a:ext cx="364148" cy="857072"/>
              <a:chOff x="468157" y="1144246"/>
              <a:chExt cx="364148" cy="857072"/>
            </a:xfrm>
          </p:grpSpPr>
          <p:sp>
            <p:nvSpPr>
              <p:cNvPr id="119" name="Google Shape;119;p14"/>
              <p:cNvSpPr/>
              <p:nvPr/>
            </p:nvSpPr>
            <p:spPr>
              <a:xfrm>
                <a:off x="705405" y="1144246"/>
                <a:ext cx="126900" cy="126900"/>
              </a:xfrm>
              <a:prstGeom prst="ellipse">
                <a:avLst/>
              </a:prstGeom>
              <a:noFill/>
              <a:ln cap="flat" cmpd="sng" w="9525">
                <a:solidFill>
                  <a:srgbClr val="82A6FD">
                    <a:alpha val="48627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14"/>
              <p:cNvSpPr/>
              <p:nvPr/>
            </p:nvSpPr>
            <p:spPr>
              <a:xfrm>
                <a:off x="468157" y="1963496"/>
                <a:ext cx="45797" cy="37822"/>
              </a:xfrm>
              <a:custGeom>
                <a:rect b="b" l="l" r="r" t="t"/>
                <a:pathLst>
                  <a:path extrusionOk="0" h="91138" w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rgbClr val="82A6FD">
                  <a:alpha val="49019"/>
                </a:srgbClr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21" name="Google Shape;121;p1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542796" y="4137"/>
              <a:ext cx="5649202" cy="685386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2" name="Google Shape;122;p14"/>
          <p:cNvSpPr txBox="1"/>
          <p:nvPr>
            <p:ph type="title"/>
          </p:nvPr>
        </p:nvSpPr>
        <p:spPr>
          <a:xfrm>
            <a:off x="626873" y="130301"/>
            <a:ext cx="3307200" cy="16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 sz="2400" cap="none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14"/>
          <p:cNvSpPr txBox="1"/>
          <p:nvPr>
            <p:ph idx="1" type="body"/>
          </p:nvPr>
        </p:nvSpPr>
        <p:spPr>
          <a:xfrm>
            <a:off x="623888" y="2309339"/>
            <a:ext cx="3309900" cy="20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•"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•"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•"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124" name="Google Shape;124;p14"/>
          <p:cNvCxnSpPr/>
          <p:nvPr/>
        </p:nvCxnSpPr>
        <p:spPr>
          <a:xfrm>
            <a:off x="626872" y="2009394"/>
            <a:ext cx="3079200" cy="0"/>
          </a:xfrm>
          <a:prstGeom prst="straightConnector1">
            <a:avLst/>
          </a:prstGeom>
          <a:noFill/>
          <a:ln cap="flat" cmpd="sng" w="19050">
            <a:solidFill>
              <a:srgbClr val="022C94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>
  <p:cSld name="Solo el título">
    <p:bg>
      <p:bgPr>
        <a:gradFill>
          <a:gsLst>
            <a:gs pos="0">
              <a:schemeClr val="accent4"/>
            </a:gs>
            <a:gs pos="8000">
              <a:srgbClr val="0342DE"/>
            </a:gs>
            <a:gs pos="27000">
              <a:schemeClr val="dk1"/>
            </a:gs>
            <a:gs pos="81000">
              <a:srgbClr val="4A017E"/>
            </a:gs>
            <a:gs pos="93000">
              <a:schemeClr val="dk2"/>
            </a:gs>
            <a:gs pos="99000">
              <a:srgbClr val="FDB7FD"/>
            </a:gs>
            <a:gs pos="100000">
              <a:srgbClr val="FDB7FD"/>
            </a:gs>
          </a:gsLst>
          <a:lin ang="12600000" scaled="0"/>
        </a:gra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" y="1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>
            <p:ph type="title"/>
          </p:nvPr>
        </p:nvSpPr>
        <p:spPr>
          <a:xfrm>
            <a:off x="2" y="1365885"/>
            <a:ext cx="9144000" cy="24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DEF5"/>
              </a:buClr>
              <a:buSzPts val="4500"/>
              <a:buFont typeface="Arial"/>
              <a:buNone/>
              <a:defRPr sz="4500" cap="none">
                <a:solidFill>
                  <a:srgbClr val="1BDEF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0" name="Google Shape;130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1" name="Google Shape;13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1"/>
            </a:gs>
            <a:gs pos="99000">
              <a:srgbClr val="05202E"/>
            </a:gs>
            <a:gs pos="100000">
              <a:srgbClr val="05202E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gif"/><Relationship Id="rId4" Type="http://schemas.openxmlformats.org/officeDocument/2006/relationships/image" Target="../media/image9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 txBox="1"/>
          <p:nvPr>
            <p:ph type="title"/>
          </p:nvPr>
        </p:nvSpPr>
        <p:spPr>
          <a:xfrm>
            <a:off x="328375" y="375900"/>
            <a:ext cx="3992100" cy="2088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800">
                <a:solidFill>
                  <a:schemeClr val="accent3"/>
                </a:solidFill>
              </a:rPr>
              <a:t>Diseño de Solución Big Data</a:t>
            </a:r>
            <a:endParaRPr sz="3800">
              <a:solidFill>
                <a:schemeClr val="accent3"/>
              </a:solidFill>
            </a:endParaRPr>
          </a:p>
        </p:txBody>
      </p:sp>
      <p:sp>
        <p:nvSpPr>
          <p:cNvPr id="137" name="Google Shape;137;p17"/>
          <p:cNvSpPr txBox="1"/>
          <p:nvPr>
            <p:ph idx="1" type="subTitle"/>
          </p:nvPr>
        </p:nvSpPr>
        <p:spPr>
          <a:xfrm>
            <a:off x="328375" y="2613450"/>
            <a:ext cx="3992100" cy="122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accent1"/>
                </a:solidFill>
              </a:rPr>
              <a:t>Plataforma de Analítica de Demanda de Taxis en Nueva York</a:t>
            </a:r>
            <a:endParaRPr sz="18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lt1"/>
                </a:solidFill>
              </a:rPr>
              <a:t>Arquitectura en Google Cloud Platform (GCP)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axis driving through times square in New York city (proporcionado por Getty Images)" id="138" name="Google Shape;138;p1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6971" r="6963" t="0"/>
          <a:stretch/>
        </p:blipFill>
        <p:spPr>
          <a:xfrm>
            <a:off x="4873229" y="252413"/>
            <a:ext cx="3992100" cy="4638600"/>
          </a:xfrm>
          <a:prstGeom prst="roundRect">
            <a:avLst>
              <a:gd fmla="val 16667" name="adj"/>
            </a:avLst>
          </a:prstGeom>
        </p:spPr>
      </p:pic>
      <p:sp>
        <p:nvSpPr>
          <p:cNvPr id="139" name="Google Shape;139;p17"/>
          <p:cNvSpPr txBox="1"/>
          <p:nvPr>
            <p:ph idx="1" type="subTitle"/>
          </p:nvPr>
        </p:nvSpPr>
        <p:spPr>
          <a:xfrm>
            <a:off x="225950" y="4003800"/>
            <a:ext cx="1785600" cy="105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Integrantes:</a:t>
            </a:r>
            <a:endParaRPr sz="1200">
              <a:solidFill>
                <a:schemeClr val="lt1"/>
              </a:solidFill>
              <a:latin typeface="IBM Plex Sans Thai"/>
              <a:ea typeface="IBM Plex Sans Thai"/>
              <a:cs typeface="IBM Plex Sans Thai"/>
              <a:sym typeface="IBM Plex Sans Thai"/>
            </a:endParaRPr>
          </a:p>
          <a:p>
            <a:pPr indent="-304800" lvl="0" marL="45720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Thai"/>
              <a:buChar char="-"/>
            </a:pPr>
            <a:r>
              <a:rPr lang="es" sz="1200">
                <a:solidFill>
                  <a:schemeClr val="lt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Maiquel Puma</a:t>
            </a:r>
            <a:endParaRPr sz="1200">
              <a:solidFill>
                <a:schemeClr val="lt1"/>
              </a:solidFill>
              <a:latin typeface="IBM Plex Sans Thai"/>
              <a:ea typeface="IBM Plex Sans Thai"/>
              <a:cs typeface="IBM Plex Sans Thai"/>
              <a:sym typeface="IBM Plex Sans Tha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Thai"/>
              <a:buChar char="-"/>
            </a:pPr>
            <a:r>
              <a:rPr lang="es" sz="1200">
                <a:solidFill>
                  <a:schemeClr val="lt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Daslav Rivera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/>
          <p:nvPr>
            <p:ph type="title"/>
          </p:nvPr>
        </p:nvSpPr>
        <p:spPr>
          <a:xfrm>
            <a:off x="5167220" y="130302"/>
            <a:ext cx="3264600" cy="165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Goldman"/>
                <a:ea typeface="Goldman"/>
                <a:cs typeface="Goldman"/>
                <a:sym typeface="Goldman"/>
              </a:rPr>
              <a:t>Contexto y Desafíos</a:t>
            </a:r>
            <a:endParaRPr>
              <a:latin typeface="Goldman"/>
              <a:ea typeface="Goldman"/>
              <a:cs typeface="Goldman"/>
              <a:sym typeface="Goldman"/>
            </a:endParaRPr>
          </a:p>
        </p:txBody>
      </p:sp>
      <p:sp>
        <p:nvSpPr>
          <p:cNvPr id="145" name="Google Shape;145;p18"/>
          <p:cNvSpPr txBox="1"/>
          <p:nvPr>
            <p:ph idx="1" type="body"/>
          </p:nvPr>
        </p:nvSpPr>
        <p:spPr>
          <a:xfrm>
            <a:off x="4673475" y="2328200"/>
            <a:ext cx="4425000" cy="2909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200"/>
              <a:t>La NYC Taxi and Limousine Commission administra un ecosistema masivo que genera información a partir de GPS, pagos y aplicaciones.</a:t>
            </a:r>
            <a:endParaRPr sz="12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/>
              <a:t>Actualmente se enfrentan 5 problemas operativos críticos:</a:t>
            </a:r>
            <a:endParaRPr sz="1200"/>
          </a:p>
          <a:p>
            <a:pPr indent="-304800" lvl="0" marL="457200" rtl="0" algn="l">
              <a:spcBef>
                <a:spcPts val="800"/>
              </a:spcBef>
              <a:spcAft>
                <a:spcPts val="0"/>
              </a:spcAft>
              <a:buSzPts val="1200"/>
              <a:buChar char="-"/>
            </a:pPr>
            <a:r>
              <a:rPr lang="es" sz="1200"/>
              <a:t>Distribución ineficiente de taxis por sectores.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s" sz="1200"/>
              <a:t>Congestión recurrente en zonas de alta demanda.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s" sz="1200"/>
              <a:t>Incapacidad para anticipar la demanda por horario.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s" sz="1200"/>
              <a:t>Visibilidad operacional muy limitada en tiempo real.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s" sz="1200"/>
              <a:t>Dificultad para detectar fraudes y anomalías.</a:t>
            </a:r>
            <a:endParaRPr sz="1200"/>
          </a:p>
        </p:txBody>
      </p:sp>
      <p:pic>
        <p:nvPicPr>
          <p:cNvPr descr="Row of taxis in New York City, NY, USA (proporcionado por Getty Images)" id="146" name="Google Shape;146;p1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1402" r="21402" t="0"/>
          <a:stretch/>
        </p:blipFill>
        <p:spPr>
          <a:xfrm>
            <a:off x="252413" y="252413"/>
            <a:ext cx="3977700" cy="4638600"/>
          </a:xfrm>
          <a:prstGeom prst="roundRect">
            <a:avLst>
              <a:gd fmla="val 16667" name="adj"/>
            </a:avLst>
          </a:prstGeom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>
            <p:ph type="title"/>
          </p:nvPr>
        </p:nvSpPr>
        <p:spPr>
          <a:xfrm>
            <a:off x="1799715" y="121920"/>
            <a:ext cx="6632400" cy="1212600"/>
          </a:xfrm>
          <a:prstGeom prst="rect">
            <a:avLst/>
          </a:prstGeom>
        </p:spPr>
        <p:txBody>
          <a:bodyPr anchorCtr="0" anchor="b" bIns="34275" lIns="0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Goldman"/>
                <a:ea typeface="Goldman"/>
                <a:cs typeface="Goldman"/>
                <a:sym typeface="Goldman"/>
              </a:rPr>
              <a:t>¿Por qué Big Data sobre BI Tradicional?</a:t>
            </a:r>
            <a:endParaRPr>
              <a:latin typeface="Goldman"/>
              <a:ea typeface="Goldman"/>
              <a:cs typeface="Goldman"/>
              <a:sym typeface="Goldman"/>
            </a:endParaRPr>
          </a:p>
        </p:txBody>
      </p:sp>
      <p:sp>
        <p:nvSpPr>
          <p:cNvPr id="152" name="Google Shape;152;p19"/>
          <p:cNvSpPr txBox="1"/>
          <p:nvPr>
            <p:ph idx="1" type="body"/>
          </p:nvPr>
        </p:nvSpPr>
        <p:spPr>
          <a:xfrm>
            <a:off x="1779750" y="1856100"/>
            <a:ext cx="2016300" cy="3166500"/>
          </a:xfrm>
          <a:prstGeom prst="rect">
            <a:avLst/>
          </a:prstGeom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accent3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Volumen y Variedad</a:t>
            </a:r>
            <a:endParaRPr sz="1800">
              <a:solidFill>
                <a:schemeClr val="accent3"/>
              </a:solidFill>
              <a:latin typeface="IBM Plex Sans Thai"/>
              <a:ea typeface="IBM Plex Sans Thai"/>
              <a:cs typeface="IBM Plex Sans Thai"/>
              <a:sym typeface="IBM Plex Sans Tha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IBM Plex Sans Thai"/>
                <a:ea typeface="IBM Plex Sans Thai"/>
                <a:cs typeface="IBM Plex Sans Thai"/>
                <a:sym typeface="IBM Plex Sans Thai"/>
              </a:rPr>
              <a:t>Millones de viajes y registros que combinan datos estructurados, semiestructurados e integraciones con fuentes externas.</a:t>
            </a:r>
            <a:endParaRPr>
              <a:latin typeface="IBM Plex Sans Thai"/>
              <a:ea typeface="IBM Plex Sans Thai"/>
              <a:cs typeface="IBM Plex Sans Thai"/>
              <a:sym typeface="IBM Plex Sans Tha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Thai"/>
              <a:ea typeface="IBM Plex Sans Thai"/>
              <a:cs typeface="IBM Plex Sans Thai"/>
              <a:sym typeface="IBM Plex Sans Thai"/>
            </a:endParaRPr>
          </a:p>
        </p:txBody>
      </p:sp>
      <p:sp>
        <p:nvSpPr>
          <p:cNvPr id="153" name="Google Shape;153;p19"/>
          <p:cNvSpPr txBox="1"/>
          <p:nvPr>
            <p:ph idx="2" type="body"/>
          </p:nvPr>
        </p:nvSpPr>
        <p:spPr>
          <a:xfrm>
            <a:off x="4111734" y="1856100"/>
            <a:ext cx="2050200" cy="3166500"/>
          </a:xfrm>
          <a:prstGeom prst="rect">
            <a:avLst/>
          </a:prstGeom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accent3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Velocidad (Streaming)</a:t>
            </a:r>
            <a:endParaRPr sz="1800">
              <a:solidFill>
                <a:schemeClr val="accent3"/>
              </a:solidFill>
              <a:latin typeface="IBM Plex Sans Thai"/>
              <a:ea typeface="IBM Plex Sans Thai"/>
              <a:cs typeface="IBM Plex Sans Thai"/>
              <a:sym typeface="IBM Plex Sans Tha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IBM Plex Sans Thai"/>
                <a:ea typeface="IBM Plex Sans Thai"/>
                <a:cs typeface="IBM Plex Sans Thai"/>
                <a:sym typeface="IBM Plex Sans Thai"/>
              </a:rPr>
              <a:t>Necesidad de procesar eventos en tiempo real (GPS, pagos) con baja latencia para permitir decisiones operacionales inmediatas.</a:t>
            </a:r>
            <a:endParaRPr>
              <a:latin typeface="IBM Plex Sans Thai"/>
              <a:ea typeface="IBM Plex Sans Thai"/>
              <a:cs typeface="IBM Plex Sans Thai"/>
              <a:sym typeface="IBM Plex Sans Tha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Thai"/>
              <a:ea typeface="IBM Plex Sans Thai"/>
              <a:cs typeface="IBM Plex Sans Thai"/>
              <a:sym typeface="IBM Plex Sans Thai"/>
            </a:endParaRPr>
          </a:p>
        </p:txBody>
      </p:sp>
      <p:sp>
        <p:nvSpPr>
          <p:cNvPr id="154" name="Google Shape;154;p19"/>
          <p:cNvSpPr txBox="1"/>
          <p:nvPr>
            <p:ph idx="2" type="body"/>
          </p:nvPr>
        </p:nvSpPr>
        <p:spPr>
          <a:xfrm>
            <a:off x="6477621" y="1856100"/>
            <a:ext cx="2050200" cy="3166500"/>
          </a:xfrm>
          <a:prstGeom prst="rect">
            <a:avLst/>
          </a:prstGeom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accent3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Análisis Predictivo</a:t>
            </a:r>
            <a:endParaRPr sz="1800">
              <a:solidFill>
                <a:schemeClr val="accent3"/>
              </a:solidFill>
              <a:latin typeface="IBM Plex Sans Thai"/>
              <a:ea typeface="IBM Plex Sans Thai"/>
              <a:cs typeface="IBM Plex Sans Thai"/>
              <a:sym typeface="IBM Plex Sans Tha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IBM Plex Sans Thai"/>
              <a:ea typeface="IBM Plex Sans Thai"/>
              <a:cs typeface="IBM Plex Sans Thai"/>
              <a:sym typeface="IBM Plex Sans Tha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IBM Plex Sans Thai"/>
                <a:ea typeface="IBM Plex Sans Thai"/>
                <a:cs typeface="IBM Plex Sans Thai"/>
                <a:sym typeface="IBM Plex Sans Thai"/>
              </a:rPr>
              <a:t>Un enfoque tradicional de BI se limita a reportes estáticos. Se requiere procesamiento distribuido para entrenar modelos predictivos.</a:t>
            </a:r>
            <a:endParaRPr>
              <a:latin typeface="IBM Plex Sans Thai"/>
              <a:ea typeface="IBM Plex Sans Thai"/>
              <a:cs typeface="IBM Plex Sans Thai"/>
              <a:sym typeface="IBM Plex Sans Tha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Thai"/>
              <a:ea typeface="IBM Plex Sans Thai"/>
              <a:cs typeface="IBM Plex Sans Thai"/>
              <a:sym typeface="IBM Plex Sans Tha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Thai"/>
              <a:ea typeface="IBM Plex Sans Thai"/>
              <a:cs typeface="IBM Plex Sans Thai"/>
              <a:sym typeface="IBM Plex Sans Tha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556260" y="322862"/>
            <a:ext cx="7875600" cy="995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Goldman"/>
                <a:ea typeface="Goldman"/>
                <a:cs typeface="Goldman"/>
                <a:sym typeface="Goldman"/>
              </a:rPr>
              <a:t>Objetivos del Proyecto</a:t>
            </a:r>
            <a:endParaRPr>
              <a:latin typeface="Goldman"/>
              <a:ea typeface="Goldman"/>
              <a:cs typeface="Goldman"/>
              <a:sym typeface="Goldman"/>
            </a:endParaRPr>
          </a:p>
        </p:txBody>
      </p:sp>
      <p:sp>
        <p:nvSpPr>
          <p:cNvPr id="160" name="Google Shape;160;p20"/>
          <p:cNvSpPr txBox="1"/>
          <p:nvPr>
            <p:ph idx="2" type="body"/>
          </p:nvPr>
        </p:nvSpPr>
        <p:spPr>
          <a:xfrm>
            <a:off x="4263875" y="1849150"/>
            <a:ext cx="4168200" cy="2792700"/>
          </a:xfrm>
          <a:prstGeom prst="rect">
            <a:avLst/>
          </a:prstGeom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accent3"/>
                </a:solidFill>
              </a:rPr>
              <a:t>Objetivos Técnicos</a:t>
            </a:r>
            <a:endParaRPr sz="18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Construir un repositorio central unificando datos históricos y operacionales.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Implementar pipelines robustos tanto Batch (histórico) como Streaming.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Habilitar modelos analíticos avanzados.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Incorporar mecanismos estrictos de seguridad y gobierno de datos.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"/>
          <p:cNvSpPr txBox="1"/>
          <p:nvPr>
            <p:ph idx="1" type="body"/>
          </p:nvPr>
        </p:nvSpPr>
        <p:spPr>
          <a:xfrm>
            <a:off x="605275" y="1849150"/>
            <a:ext cx="3208800" cy="2792700"/>
          </a:xfrm>
          <a:prstGeom prst="rect">
            <a:avLst/>
          </a:prstGeom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accent3"/>
                </a:solidFill>
              </a:rPr>
              <a:t>Objetivos de Negocio</a:t>
            </a:r>
            <a:endParaRPr sz="18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Mejorar la eficiencia en la distribución de la flota de taxis.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Anticipar la demanda por zona y horario para evitar congestiones.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Aumentar radicalmente la visibilidad operacional del sistema.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Fortalecer la identificación proactiva de fraudes en tarifas y rutas.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/>
          <p:nvPr>
            <p:ph type="title"/>
          </p:nvPr>
        </p:nvSpPr>
        <p:spPr>
          <a:xfrm>
            <a:off x="626528" y="482881"/>
            <a:ext cx="7886700" cy="855600"/>
          </a:xfrm>
          <a:prstGeom prst="rect">
            <a:avLst/>
          </a:prstGeom>
        </p:spPr>
        <p:txBody>
          <a:bodyPr anchorCtr="0" anchor="b" bIns="34275" lIns="0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Goldman"/>
                <a:ea typeface="Goldman"/>
                <a:cs typeface="Goldman"/>
                <a:sym typeface="Goldman"/>
              </a:rPr>
              <a:t>Flujo Batch de Datos Solicitado</a:t>
            </a:r>
            <a:endParaRPr>
              <a:latin typeface="Goldman"/>
              <a:ea typeface="Goldman"/>
              <a:cs typeface="Goldman"/>
              <a:sym typeface="Goldman"/>
            </a:endParaRPr>
          </a:p>
        </p:txBody>
      </p:sp>
      <p:sp>
        <p:nvSpPr>
          <p:cNvPr id="167" name="Google Shape;167;p21"/>
          <p:cNvSpPr/>
          <p:nvPr/>
        </p:nvSpPr>
        <p:spPr>
          <a:xfrm flipH="1" rot="984884">
            <a:off x="6299290" y="3060505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Thai"/>
              <a:ea typeface="IBM Plex Sans Thai"/>
              <a:cs typeface="IBM Plex Sans Thai"/>
              <a:sym typeface="IBM Plex Sans Thai"/>
            </a:endParaRPr>
          </a:p>
        </p:txBody>
      </p:sp>
      <p:sp>
        <p:nvSpPr>
          <p:cNvPr id="168" name="Google Shape;168;p21"/>
          <p:cNvSpPr/>
          <p:nvPr/>
        </p:nvSpPr>
        <p:spPr>
          <a:xfrm rot="-984884">
            <a:off x="5276769" y="3060505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Thai"/>
              <a:ea typeface="IBM Plex Sans Thai"/>
              <a:cs typeface="IBM Plex Sans Thai"/>
              <a:sym typeface="IBM Plex Sans Thai"/>
            </a:endParaRPr>
          </a:p>
        </p:txBody>
      </p:sp>
      <p:sp>
        <p:nvSpPr>
          <p:cNvPr id="169" name="Google Shape;169;p21"/>
          <p:cNvSpPr/>
          <p:nvPr/>
        </p:nvSpPr>
        <p:spPr>
          <a:xfrm flipH="1" rot="984884">
            <a:off x="4241997" y="3060505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Thai"/>
              <a:ea typeface="IBM Plex Sans Thai"/>
              <a:cs typeface="IBM Plex Sans Thai"/>
              <a:sym typeface="IBM Plex Sans Thai"/>
            </a:endParaRPr>
          </a:p>
        </p:txBody>
      </p:sp>
      <p:sp>
        <p:nvSpPr>
          <p:cNvPr id="170" name="Google Shape;170;p21"/>
          <p:cNvSpPr/>
          <p:nvPr/>
        </p:nvSpPr>
        <p:spPr>
          <a:xfrm rot="-984884">
            <a:off x="3219475" y="3060505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Thai"/>
              <a:ea typeface="IBM Plex Sans Thai"/>
              <a:cs typeface="IBM Plex Sans Thai"/>
              <a:sym typeface="IBM Plex Sans Thai"/>
            </a:endParaRPr>
          </a:p>
        </p:txBody>
      </p:sp>
      <p:sp>
        <p:nvSpPr>
          <p:cNvPr id="171" name="Google Shape;171;p21"/>
          <p:cNvSpPr/>
          <p:nvPr/>
        </p:nvSpPr>
        <p:spPr>
          <a:xfrm flipH="1" rot="984884">
            <a:off x="2188820" y="3060505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0C57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Thai"/>
              <a:ea typeface="IBM Plex Sans Thai"/>
              <a:cs typeface="IBM Plex Sans Thai"/>
              <a:sym typeface="IBM Plex Sans Thai"/>
            </a:endParaRPr>
          </a:p>
        </p:txBody>
      </p:sp>
      <p:grpSp>
        <p:nvGrpSpPr>
          <p:cNvPr id="172" name="Google Shape;172;p21"/>
          <p:cNvGrpSpPr/>
          <p:nvPr/>
        </p:nvGrpSpPr>
        <p:grpSpPr>
          <a:xfrm>
            <a:off x="2413550" y="3121473"/>
            <a:ext cx="1712700" cy="1519810"/>
            <a:chOff x="2683803" y="2543425"/>
            <a:chExt cx="1712700" cy="1230715"/>
          </a:xfrm>
        </p:grpSpPr>
        <p:sp>
          <p:nvSpPr>
            <p:cNvPr id="173" name="Google Shape;173;p21"/>
            <p:cNvSpPr txBox="1"/>
            <p:nvPr/>
          </p:nvSpPr>
          <p:spPr>
            <a:xfrm>
              <a:off x="3191705" y="2737212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s" sz="800">
                  <a:solidFill>
                    <a:schemeClr val="lt1"/>
                  </a:solidFill>
                  <a:latin typeface="IBM Plex Sans Thai"/>
                  <a:ea typeface="IBM Plex Sans Thai"/>
                  <a:cs typeface="IBM Plex Sans Thai"/>
                  <a:sym typeface="IBM Plex Sans Thai"/>
                </a:rPr>
                <a:t>2</a:t>
              </a:r>
              <a:endParaRPr b="1" sz="800">
                <a:solidFill>
                  <a:srgbClr val="0C57D3"/>
                </a:solidFill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</p:txBody>
        </p:sp>
        <p:sp>
          <p:nvSpPr>
            <p:cNvPr id="174" name="Google Shape;174;p21"/>
            <p:cNvSpPr/>
            <p:nvPr/>
          </p:nvSpPr>
          <p:spPr>
            <a:xfrm rot="-1789476">
              <a:off x="3457142" y="2572699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0C57D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</p:txBody>
        </p:sp>
        <p:sp>
          <p:nvSpPr>
            <p:cNvPr id="175" name="Google Shape;175;p21"/>
            <p:cNvSpPr/>
            <p:nvPr/>
          </p:nvSpPr>
          <p:spPr>
            <a:xfrm>
              <a:off x="2683803" y="307064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</p:txBody>
        </p:sp>
        <p:sp>
          <p:nvSpPr>
            <p:cNvPr id="176" name="Google Shape;176;p21"/>
            <p:cNvSpPr txBox="1"/>
            <p:nvPr/>
          </p:nvSpPr>
          <p:spPr>
            <a:xfrm>
              <a:off x="2728053" y="3107840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s" sz="800">
                  <a:solidFill>
                    <a:srgbClr val="FFFFFF"/>
                  </a:solidFill>
                  <a:latin typeface="IBM Plex Sans Thai"/>
                  <a:ea typeface="IBM Plex Sans Thai"/>
                  <a:cs typeface="IBM Plex Sans Thai"/>
                  <a:sym typeface="IBM Plex Sans Thai"/>
                </a:rPr>
                <a:t>Capa RAW</a:t>
              </a:r>
              <a:br>
                <a:rPr lang="es" sz="800">
                  <a:solidFill>
                    <a:srgbClr val="FFFFFF"/>
                  </a:solidFill>
                  <a:latin typeface="IBM Plex Sans Thai"/>
                  <a:ea typeface="IBM Plex Sans Thai"/>
                  <a:cs typeface="IBM Plex Sans Thai"/>
                  <a:sym typeface="IBM Plex Sans Thai"/>
                </a:rPr>
              </a:br>
              <a:r>
                <a:rPr lang="es" sz="800">
                  <a:solidFill>
                    <a:srgbClr val="FFFFFF"/>
                  </a:solidFill>
                  <a:latin typeface="IBM Plex Sans Thai"/>
                  <a:ea typeface="IBM Plex Sans Thai"/>
                  <a:cs typeface="IBM Plex Sans Thai"/>
                  <a:sym typeface="IBM Plex Sans Thai"/>
                </a:rPr>
                <a:t>Creación de tabla cruda en BigQuery usando los datos desde Cloud Storage.</a:t>
              </a:r>
              <a:endParaRPr sz="800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</p:txBody>
        </p:sp>
        <p:sp>
          <p:nvSpPr>
            <p:cNvPr id="177" name="Google Shape;177;p21"/>
            <p:cNvSpPr/>
            <p:nvPr/>
          </p:nvSpPr>
          <p:spPr>
            <a:xfrm>
              <a:off x="3495153" y="3005991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</p:txBody>
        </p:sp>
      </p:grpSp>
      <p:grpSp>
        <p:nvGrpSpPr>
          <p:cNvPr id="178" name="Google Shape;178;p21"/>
          <p:cNvGrpSpPr/>
          <p:nvPr/>
        </p:nvGrpSpPr>
        <p:grpSpPr>
          <a:xfrm>
            <a:off x="4463950" y="3121400"/>
            <a:ext cx="1712700" cy="1519810"/>
            <a:chOff x="4734203" y="2543425"/>
            <a:chExt cx="1712700" cy="1230715"/>
          </a:xfrm>
        </p:grpSpPr>
        <p:sp>
          <p:nvSpPr>
            <p:cNvPr id="179" name="Google Shape;179;p21"/>
            <p:cNvSpPr/>
            <p:nvPr/>
          </p:nvSpPr>
          <p:spPr>
            <a:xfrm rot="-1789476">
              <a:off x="5510320" y="2572699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</p:txBody>
        </p:sp>
        <p:sp>
          <p:nvSpPr>
            <p:cNvPr id="180" name="Google Shape;180;p21"/>
            <p:cNvSpPr txBox="1"/>
            <p:nvPr/>
          </p:nvSpPr>
          <p:spPr>
            <a:xfrm>
              <a:off x="5234191" y="2737212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s" sz="800">
                  <a:solidFill>
                    <a:srgbClr val="5E5E5E"/>
                  </a:solidFill>
                  <a:latin typeface="IBM Plex Sans Thai"/>
                  <a:ea typeface="IBM Plex Sans Thai"/>
                  <a:cs typeface="IBM Plex Sans Thai"/>
                  <a:sym typeface="IBM Plex Sans Thai"/>
                </a:rPr>
                <a:t>4</a:t>
              </a:r>
              <a:endParaRPr b="1" sz="800">
                <a:solidFill>
                  <a:srgbClr val="5E5E5E"/>
                </a:solidFill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</p:txBody>
        </p:sp>
        <p:sp>
          <p:nvSpPr>
            <p:cNvPr id="181" name="Google Shape;181;p21"/>
            <p:cNvSpPr/>
            <p:nvPr/>
          </p:nvSpPr>
          <p:spPr>
            <a:xfrm>
              <a:off x="4734203" y="307064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</p:txBody>
        </p:sp>
        <p:sp>
          <p:nvSpPr>
            <p:cNvPr id="182" name="Google Shape;182;p21"/>
            <p:cNvSpPr txBox="1"/>
            <p:nvPr/>
          </p:nvSpPr>
          <p:spPr>
            <a:xfrm>
              <a:off x="4778453" y="3107840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s" sz="800">
                  <a:solidFill>
                    <a:srgbClr val="5E5E5E"/>
                  </a:solidFill>
                  <a:latin typeface="IBM Plex Sans Thai"/>
                  <a:ea typeface="IBM Plex Sans Thai"/>
                  <a:cs typeface="IBM Plex Sans Thai"/>
                  <a:sym typeface="IBM Plex Sans Thai"/>
                </a:rPr>
                <a:t>Procesamiento</a:t>
              </a:r>
              <a:br>
                <a:rPr lang="es" sz="800">
                  <a:solidFill>
                    <a:srgbClr val="5E5E5E"/>
                  </a:solidFill>
                  <a:latin typeface="IBM Plex Sans Thai"/>
                  <a:ea typeface="IBM Plex Sans Thai"/>
                  <a:cs typeface="IBM Plex Sans Thai"/>
                  <a:sym typeface="IBM Plex Sans Thai"/>
                </a:rPr>
              </a:br>
              <a:r>
                <a:rPr lang="es" sz="800">
                  <a:solidFill>
                    <a:srgbClr val="5E5E5E"/>
                  </a:solidFill>
                  <a:latin typeface="IBM Plex Sans Thai"/>
                  <a:ea typeface="IBM Plex Sans Thai"/>
                  <a:cs typeface="IBM Plex Sans Thai"/>
                  <a:sym typeface="IBM Plex Sans Thai"/>
                </a:rPr>
                <a:t>Almacenamiento del resultado transformado en Data Warehouse (BigQuery).</a:t>
              </a:r>
              <a:endParaRPr sz="800">
                <a:solidFill>
                  <a:srgbClr val="5E5E5E"/>
                </a:solidFill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5E5E5E"/>
                </a:solidFill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</p:txBody>
        </p:sp>
        <p:sp>
          <p:nvSpPr>
            <p:cNvPr id="183" name="Google Shape;183;p21"/>
            <p:cNvSpPr/>
            <p:nvPr/>
          </p:nvSpPr>
          <p:spPr>
            <a:xfrm>
              <a:off x="5545553" y="3005991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</p:txBody>
        </p:sp>
      </p:grpSp>
      <p:sp>
        <p:nvSpPr>
          <p:cNvPr id="184" name="Google Shape;184;p21"/>
          <p:cNvSpPr/>
          <p:nvPr/>
        </p:nvSpPr>
        <p:spPr>
          <a:xfrm rot="-984884">
            <a:off x="1166298" y="3060505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0C57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Thai"/>
              <a:ea typeface="IBM Plex Sans Thai"/>
              <a:cs typeface="IBM Plex Sans Thai"/>
              <a:sym typeface="IBM Plex Sans Thai"/>
            </a:endParaRPr>
          </a:p>
        </p:txBody>
      </p:sp>
      <p:grpSp>
        <p:nvGrpSpPr>
          <p:cNvPr id="185" name="Google Shape;185;p21"/>
          <p:cNvGrpSpPr/>
          <p:nvPr/>
        </p:nvGrpSpPr>
        <p:grpSpPr>
          <a:xfrm>
            <a:off x="1371600" y="1799490"/>
            <a:ext cx="1712700" cy="1519793"/>
            <a:chOff x="1641853" y="1221570"/>
            <a:chExt cx="1712700" cy="1246754"/>
          </a:xfrm>
        </p:grpSpPr>
        <p:sp>
          <p:nvSpPr>
            <p:cNvPr id="186" name="Google Shape;186;p21"/>
            <p:cNvSpPr/>
            <p:nvPr/>
          </p:nvSpPr>
          <p:spPr>
            <a:xfrm>
              <a:off x="1641853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</p:txBody>
        </p:sp>
        <p:sp>
          <p:nvSpPr>
            <p:cNvPr id="187" name="Google Shape;187;p21"/>
            <p:cNvSpPr txBox="1"/>
            <p:nvPr/>
          </p:nvSpPr>
          <p:spPr>
            <a:xfrm>
              <a:off x="2148922" y="1986924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s" sz="800">
                  <a:solidFill>
                    <a:schemeClr val="lt1"/>
                  </a:solidFill>
                  <a:latin typeface="IBM Plex Sans Thai"/>
                  <a:ea typeface="IBM Plex Sans Thai"/>
                  <a:cs typeface="IBM Plex Sans Thai"/>
                  <a:sym typeface="IBM Plex Sans Thai"/>
                </a:rPr>
                <a:t>1</a:t>
              </a:r>
              <a:endParaRPr b="1" sz="800">
                <a:solidFill>
                  <a:srgbClr val="0C57D3"/>
                </a:solidFill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</p:txBody>
        </p:sp>
        <p:sp>
          <p:nvSpPr>
            <p:cNvPr id="188" name="Google Shape;188;p21"/>
            <p:cNvSpPr/>
            <p:nvPr/>
          </p:nvSpPr>
          <p:spPr>
            <a:xfrm rot="10800000">
              <a:off x="2453178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</p:txBody>
        </p:sp>
        <p:sp>
          <p:nvSpPr>
            <p:cNvPr id="189" name="Google Shape;189;p21"/>
            <p:cNvSpPr txBox="1"/>
            <p:nvPr/>
          </p:nvSpPr>
          <p:spPr>
            <a:xfrm>
              <a:off x="1686100" y="1258763"/>
              <a:ext cx="1624200" cy="56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s" sz="800">
                  <a:solidFill>
                    <a:srgbClr val="FFFFFF"/>
                  </a:solidFill>
                  <a:latin typeface="IBM Plex Sans Thai"/>
                  <a:ea typeface="IBM Plex Sans Thai"/>
                  <a:cs typeface="IBM Plex Sans Thai"/>
                  <a:sym typeface="IBM Plex Sans Thai"/>
                </a:rPr>
                <a:t>Ingesta</a:t>
              </a:r>
              <a:br>
                <a:rPr b="1" lang="es" sz="800">
                  <a:solidFill>
                    <a:srgbClr val="FFFFFF"/>
                  </a:solidFill>
                  <a:latin typeface="IBM Plex Sans Thai"/>
                  <a:ea typeface="IBM Plex Sans Thai"/>
                  <a:cs typeface="IBM Plex Sans Thai"/>
                  <a:sym typeface="IBM Plex Sans Thai"/>
                </a:rPr>
              </a:br>
              <a:r>
                <a:rPr lang="es" sz="800">
                  <a:solidFill>
                    <a:srgbClr val="FFFFFF"/>
                  </a:solidFill>
                  <a:latin typeface="IBM Plex Sans Thai"/>
                  <a:ea typeface="IBM Plex Sans Thai"/>
                  <a:cs typeface="IBM Plex Sans Thai"/>
                  <a:sym typeface="IBM Plex Sans Thai"/>
                </a:rPr>
                <a:t>Carga de datasets masivos (CSV/JSON/Parquet) hacia Cloud Storage (Landing Zone).</a:t>
              </a:r>
              <a:endParaRPr sz="800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</p:txBody>
        </p:sp>
        <p:sp>
          <p:nvSpPr>
            <p:cNvPr id="190" name="Google Shape;190;p21"/>
            <p:cNvSpPr/>
            <p:nvPr/>
          </p:nvSpPr>
          <p:spPr>
            <a:xfrm rot="-1789476">
              <a:off x="2415143" y="2278597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0C57D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</p:txBody>
        </p:sp>
      </p:grpSp>
      <p:grpSp>
        <p:nvGrpSpPr>
          <p:cNvPr id="191" name="Google Shape;191;p21"/>
          <p:cNvGrpSpPr/>
          <p:nvPr/>
        </p:nvGrpSpPr>
        <p:grpSpPr>
          <a:xfrm>
            <a:off x="5478950" y="1799454"/>
            <a:ext cx="1712700" cy="1418930"/>
            <a:chOff x="5770307" y="1221570"/>
            <a:chExt cx="1712700" cy="1246754"/>
          </a:xfrm>
        </p:grpSpPr>
        <p:sp>
          <p:nvSpPr>
            <p:cNvPr id="192" name="Google Shape;192;p21"/>
            <p:cNvSpPr/>
            <p:nvPr/>
          </p:nvSpPr>
          <p:spPr>
            <a:xfrm rot="-1789476">
              <a:off x="6546711" y="2278597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</p:txBody>
        </p:sp>
        <p:sp>
          <p:nvSpPr>
            <p:cNvPr id="193" name="Google Shape;193;p21"/>
            <p:cNvSpPr txBox="1"/>
            <p:nvPr/>
          </p:nvSpPr>
          <p:spPr>
            <a:xfrm>
              <a:off x="6290844" y="1986924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s" sz="800">
                  <a:solidFill>
                    <a:srgbClr val="5E5E5E"/>
                  </a:solidFill>
                  <a:latin typeface="IBM Plex Sans Thai"/>
                  <a:ea typeface="IBM Plex Sans Thai"/>
                  <a:cs typeface="IBM Plex Sans Thai"/>
                  <a:sym typeface="IBM Plex Sans Thai"/>
                </a:rPr>
                <a:t>5</a:t>
              </a:r>
              <a:endParaRPr b="1" sz="800">
                <a:solidFill>
                  <a:srgbClr val="5E5E5E"/>
                </a:solidFill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5770307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</p:txBody>
        </p:sp>
        <p:sp>
          <p:nvSpPr>
            <p:cNvPr id="195" name="Google Shape;195;p21"/>
            <p:cNvSpPr/>
            <p:nvPr/>
          </p:nvSpPr>
          <p:spPr>
            <a:xfrm rot="10800000">
              <a:off x="6581632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</p:txBody>
        </p:sp>
        <p:sp>
          <p:nvSpPr>
            <p:cNvPr id="196" name="Google Shape;196;p21"/>
            <p:cNvSpPr txBox="1"/>
            <p:nvPr/>
          </p:nvSpPr>
          <p:spPr>
            <a:xfrm>
              <a:off x="5814547" y="1258762"/>
              <a:ext cx="1624200" cy="50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s" sz="800">
                  <a:solidFill>
                    <a:srgbClr val="5E5E5E"/>
                  </a:solidFill>
                  <a:latin typeface="IBM Plex Sans Thai"/>
                  <a:ea typeface="IBM Plex Sans Thai"/>
                  <a:cs typeface="IBM Plex Sans Thai"/>
                  <a:sym typeface="IBM Plex Sans Thai"/>
                </a:rPr>
                <a:t>Respaldo</a:t>
              </a:r>
              <a:br>
                <a:rPr lang="es" sz="800">
                  <a:solidFill>
                    <a:srgbClr val="5E5E5E"/>
                  </a:solidFill>
                  <a:latin typeface="IBM Plex Sans Thai"/>
                  <a:ea typeface="IBM Plex Sans Thai"/>
                  <a:cs typeface="IBM Plex Sans Thai"/>
                  <a:sym typeface="IBM Plex Sans Thai"/>
                </a:rPr>
              </a:br>
              <a:r>
                <a:rPr lang="es" sz="800">
                  <a:solidFill>
                    <a:srgbClr val="5E5E5E"/>
                  </a:solidFill>
                  <a:latin typeface="IBM Plex Sans Thai"/>
                  <a:ea typeface="IBM Plex Sans Thai"/>
                  <a:cs typeface="IBM Plex Sans Thai"/>
                  <a:sym typeface="IBM Plex Sans Thai"/>
                </a:rPr>
                <a:t>Exportación y persistencia de la capa procesada a CSV/Storage para respaldos.</a:t>
              </a:r>
              <a:endParaRPr sz="800">
                <a:solidFill>
                  <a:srgbClr val="5E5E5E"/>
                </a:solidFill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5E5E5E"/>
                </a:solidFill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</p:txBody>
        </p:sp>
      </p:grpSp>
      <p:grpSp>
        <p:nvGrpSpPr>
          <p:cNvPr id="197" name="Google Shape;197;p21"/>
          <p:cNvGrpSpPr/>
          <p:nvPr/>
        </p:nvGrpSpPr>
        <p:grpSpPr>
          <a:xfrm>
            <a:off x="3421950" y="1799430"/>
            <a:ext cx="1712700" cy="1418930"/>
            <a:chOff x="3692203" y="1221570"/>
            <a:chExt cx="1712700" cy="1246754"/>
          </a:xfrm>
        </p:grpSpPr>
        <p:sp>
          <p:nvSpPr>
            <p:cNvPr id="198" name="Google Shape;198;p21"/>
            <p:cNvSpPr/>
            <p:nvPr/>
          </p:nvSpPr>
          <p:spPr>
            <a:xfrm rot="-1789476">
              <a:off x="4468320" y="2278597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</p:txBody>
        </p:sp>
        <p:sp>
          <p:nvSpPr>
            <p:cNvPr id="199" name="Google Shape;199;p21"/>
            <p:cNvSpPr txBox="1"/>
            <p:nvPr/>
          </p:nvSpPr>
          <p:spPr>
            <a:xfrm>
              <a:off x="4204633" y="1986924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b="1" sz="800">
                <a:solidFill>
                  <a:srgbClr val="5E5E5E"/>
                </a:solidFill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</p:txBody>
        </p:sp>
        <p:sp>
          <p:nvSpPr>
            <p:cNvPr id="200" name="Google Shape;200;p21"/>
            <p:cNvSpPr/>
            <p:nvPr/>
          </p:nvSpPr>
          <p:spPr>
            <a:xfrm>
              <a:off x="3692203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</p:txBody>
        </p:sp>
        <p:sp>
          <p:nvSpPr>
            <p:cNvPr id="201" name="Google Shape;201;p21"/>
            <p:cNvSpPr/>
            <p:nvPr/>
          </p:nvSpPr>
          <p:spPr>
            <a:xfrm rot="10800000">
              <a:off x="4503528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</p:txBody>
        </p:sp>
        <p:sp>
          <p:nvSpPr>
            <p:cNvPr id="202" name="Google Shape;202;p21"/>
            <p:cNvSpPr txBox="1"/>
            <p:nvPr/>
          </p:nvSpPr>
          <p:spPr>
            <a:xfrm>
              <a:off x="3736453" y="1258770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s" sz="800">
                  <a:solidFill>
                    <a:srgbClr val="5E5E5E"/>
                  </a:solidFill>
                  <a:latin typeface="IBM Plex Sans Thai"/>
                  <a:ea typeface="IBM Plex Sans Thai"/>
                  <a:cs typeface="IBM Plex Sans Thai"/>
                  <a:sym typeface="IBM Plex Sans Thai"/>
                </a:rPr>
                <a:t>Transformación</a:t>
              </a:r>
              <a:br>
                <a:rPr lang="es" sz="800">
                  <a:solidFill>
                    <a:srgbClr val="5E5E5E"/>
                  </a:solidFill>
                  <a:latin typeface="IBM Plex Sans Thai"/>
                  <a:ea typeface="IBM Plex Sans Thai"/>
                  <a:cs typeface="IBM Plex Sans Thai"/>
                  <a:sym typeface="IBM Plex Sans Thai"/>
                </a:rPr>
              </a:br>
              <a:r>
                <a:rPr lang="es" sz="800">
                  <a:solidFill>
                    <a:srgbClr val="5E5E5E"/>
                  </a:solidFill>
                  <a:latin typeface="IBM Plex Sans Thai"/>
                  <a:ea typeface="IBM Plex Sans Thai"/>
                  <a:cs typeface="IBM Plex Sans Thai"/>
                  <a:sym typeface="IBM Plex Sans Thai"/>
                </a:rPr>
                <a:t>Conexión de Dataprep/Dataflow a BigQuery para limpieza y campos derivados.</a:t>
              </a:r>
              <a:endParaRPr sz="800">
                <a:solidFill>
                  <a:srgbClr val="5E5E5E"/>
                </a:solidFill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s" sz="800">
                  <a:solidFill>
                    <a:srgbClr val="5E5E5E"/>
                  </a:solidFill>
                  <a:latin typeface="IBM Plex Sans Thai"/>
                  <a:ea typeface="IBM Plex Sans Thai"/>
                  <a:cs typeface="IBM Plex Sans Thai"/>
                  <a:sym typeface="IBM Plex Sans Thai"/>
                </a:rPr>
                <a:t>3</a:t>
              </a:r>
              <a:endParaRPr sz="800">
                <a:solidFill>
                  <a:srgbClr val="5E5E5E"/>
                </a:solidFill>
                <a:latin typeface="IBM Plex Sans Thai"/>
                <a:ea typeface="IBM Plex Sans Thai"/>
                <a:cs typeface="IBM Plex Sans Thai"/>
                <a:sym typeface="IBM Plex Sans Tha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 txBox="1"/>
          <p:nvPr>
            <p:ph type="title"/>
          </p:nvPr>
        </p:nvSpPr>
        <p:spPr>
          <a:xfrm>
            <a:off x="2199325" y="198121"/>
            <a:ext cx="4745400" cy="721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Goldman"/>
                <a:ea typeface="Goldman"/>
                <a:cs typeface="Goldman"/>
                <a:sym typeface="Goldman"/>
              </a:rPr>
              <a:t>Ecosistema Tecnológico GCP</a:t>
            </a:r>
            <a:endParaRPr>
              <a:latin typeface="Goldman"/>
              <a:ea typeface="Goldman"/>
              <a:cs typeface="Goldman"/>
              <a:sym typeface="Goldman"/>
            </a:endParaRPr>
          </a:p>
        </p:txBody>
      </p:sp>
      <p:graphicFrame>
        <p:nvGraphicFramePr>
          <p:cNvPr id="208" name="Google Shape;208;p22"/>
          <p:cNvGraphicFramePr/>
          <p:nvPr/>
        </p:nvGraphicFramePr>
        <p:xfrm>
          <a:off x="258500" y="131495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{EAB16BA9-704A-4092-8F52-5981803AE729}</a:tableStyleId>
              </a:tblPr>
              <a:tblGrid>
                <a:gridCol w="2433125"/>
                <a:gridCol w="3971525"/>
                <a:gridCol w="2222325"/>
              </a:tblGrid>
              <a:tr h="448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solidFill>
                            <a:srgbClr val="FFFFFF"/>
                          </a:solidFill>
                          <a:latin typeface="Goldman"/>
                          <a:ea typeface="Goldman"/>
                          <a:cs typeface="Goldman"/>
                          <a:sym typeface="Goldman"/>
                        </a:rPr>
                        <a:t>Capa de la Arquitectura</a:t>
                      </a:r>
                      <a:endParaRPr sz="800">
                        <a:solidFill>
                          <a:srgbClr val="FFFFFF"/>
                        </a:solidFill>
                        <a:latin typeface="Goldman"/>
                        <a:ea typeface="Goldman"/>
                        <a:cs typeface="Goldman"/>
                        <a:sym typeface="Goldman"/>
                      </a:endParaRPr>
                    </a:p>
                  </a:txBody>
                  <a:tcPr marT="152400" marB="152400" marR="228600" marL="228600">
                    <a:lnL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solidFill>
                            <a:srgbClr val="FFFFFF"/>
                          </a:solidFill>
                          <a:latin typeface="Goldman"/>
                          <a:ea typeface="Goldman"/>
                          <a:cs typeface="Goldman"/>
                          <a:sym typeface="Goldman"/>
                        </a:rPr>
                        <a:t>Función Principal</a:t>
                      </a:r>
                      <a:endParaRPr sz="800">
                        <a:solidFill>
                          <a:srgbClr val="FFFFFF"/>
                        </a:solidFill>
                        <a:latin typeface="Goldman"/>
                        <a:ea typeface="Goldman"/>
                        <a:cs typeface="Goldman"/>
                        <a:sym typeface="Goldman"/>
                      </a:endParaRPr>
                    </a:p>
                  </a:txBody>
                  <a:tcPr marT="152400" marB="152400" marR="228600" marL="228600">
                    <a:lnL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solidFill>
                            <a:srgbClr val="FFFFFF"/>
                          </a:solidFill>
                          <a:latin typeface="Goldman"/>
                          <a:ea typeface="Goldman"/>
                          <a:cs typeface="Goldman"/>
                          <a:sym typeface="Goldman"/>
                        </a:rPr>
                        <a:t>Servicio GCP Propuesto</a:t>
                      </a:r>
                      <a:endParaRPr sz="800">
                        <a:solidFill>
                          <a:srgbClr val="FFFFFF"/>
                        </a:solidFill>
                        <a:latin typeface="Goldman"/>
                        <a:ea typeface="Goldman"/>
                        <a:cs typeface="Goldman"/>
                        <a:sym typeface="Goldman"/>
                      </a:endParaRPr>
                    </a:p>
                  </a:txBody>
                  <a:tcPr marT="152400" marB="152400" marR="228600" marL="228600">
                    <a:lnL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47A1"/>
                    </a:solidFill>
                  </a:tcPr>
                </a:tc>
              </a:tr>
              <a:tr h="277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>
                          <a:solidFill>
                            <a:srgbClr val="1976D2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Ingesta Batch &amp; RAW</a:t>
                      </a:r>
                      <a:endParaRPr b="1" sz="800">
                        <a:solidFill>
                          <a:srgbClr val="1976D2"/>
                        </a:solidFill>
                        <a:latin typeface="IBM Plex Sans Thai"/>
                        <a:ea typeface="IBM Plex Sans Thai"/>
                        <a:cs typeface="IBM Plex Sans Thai"/>
                        <a:sym typeface="IBM Plex Sans Thai"/>
                      </a:endParaRPr>
                    </a:p>
                  </a:txBody>
                  <a:tcPr marT="152400" marB="152400" marR="228600" marL="228600">
                    <a:lnL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solidFill>
                            <a:srgbClr val="3C4043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Recepción de históricos y landing zone (Data Lake)</a:t>
                      </a:r>
                      <a:endParaRPr sz="800">
                        <a:solidFill>
                          <a:srgbClr val="3C4043"/>
                        </a:solidFill>
                        <a:latin typeface="IBM Plex Sans Thai"/>
                        <a:ea typeface="IBM Plex Sans Thai"/>
                        <a:cs typeface="IBM Plex Sans Thai"/>
                        <a:sym typeface="IBM Plex Sans Thai"/>
                      </a:endParaRPr>
                    </a:p>
                  </a:txBody>
                  <a:tcPr marT="152400" marB="152400" marR="228600" marL="228600">
                    <a:lnL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>
                          <a:solidFill>
                            <a:srgbClr val="0D47A1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 Cloud Storage</a:t>
                      </a:r>
                      <a:endParaRPr b="1" sz="800">
                        <a:solidFill>
                          <a:srgbClr val="0D47A1"/>
                        </a:solidFill>
                        <a:latin typeface="IBM Plex Sans Thai"/>
                        <a:ea typeface="IBM Plex Sans Thai"/>
                        <a:cs typeface="IBM Plex Sans Thai"/>
                        <a:sym typeface="IBM Plex Sans Thai"/>
                      </a:endParaRPr>
                    </a:p>
                  </a:txBody>
                  <a:tcPr marT="152400" marB="152400" marR="228600" marL="228600">
                    <a:lnL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277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>
                          <a:solidFill>
                            <a:srgbClr val="1976D2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Ingesta Streaming</a:t>
                      </a:r>
                      <a:endParaRPr b="1" sz="800">
                        <a:solidFill>
                          <a:srgbClr val="1976D2"/>
                        </a:solidFill>
                        <a:latin typeface="IBM Plex Sans Thai"/>
                        <a:ea typeface="IBM Plex Sans Thai"/>
                        <a:cs typeface="IBM Plex Sans Thai"/>
                        <a:sym typeface="IBM Plex Sans Thai"/>
                      </a:endParaRPr>
                    </a:p>
                  </a:txBody>
                  <a:tcPr marT="152400" marB="152400" marR="228600" marL="228600">
                    <a:lnL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solidFill>
                            <a:srgbClr val="3C4043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Recepción de eventos de GPS y apps en tiempo real</a:t>
                      </a:r>
                      <a:endParaRPr sz="800">
                        <a:solidFill>
                          <a:srgbClr val="3C4043"/>
                        </a:solidFill>
                        <a:latin typeface="IBM Plex Sans Thai"/>
                        <a:ea typeface="IBM Plex Sans Thai"/>
                        <a:cs typeface="IBM Plex Sans Thai"/>
                        <a:sym typeface="IBM Plex Sans Thai"/>
                      </a:endParaRPr>
                    </a:p>
                  </a:txBody>
                  <a:tcPr marT="152400" marB="152400" marR="228600" marL="228600">
                    <a:lnL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>
                          <a:solidFill>
                            <a:srgbClr val="0D47A1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 Pub/Sub</a:t>
                      </a:r>
                      <a:endParaRPr b="1" sz="800">
                        <a:solidFill>
                          <a:srgbClr val="0D47A1"/>
                        </a:solidFill>
                        <a:latin typeface="IBM Plex Sans Thai"/>
                        <a:ea typeface="IBM Plex Sans Thai"/>
                        <a:cs typeface="IBM Plex Sans Thai"/>
                        <a:sym typeface="IBM Plex Sans Thai"/>
                      </a:endParaRPr>
                    </a:p>
                  </a:txBody>
                  <a:tcPr marT="152400" marB="152400" marR="228600" marL="228600">
                    <a:lnL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277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>
                          <a:solidFill>
                            <a:srgbClr val="1976D2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Transformación (ETL/ELT)</a:t>
                      </a:r>
                      <a:endParaRPr b="1" sz="800">
                        <a:solidFill>
                          <a:srgbClr val="1976D2"/>
                        </a:solidFill>
                        <a:latin typeface="IBM Plex Sans Thai"/>
                        <a:ea typeface="IBM Plex Sans Thai"/>
                        <a:cs typeface="IBM Plex Sans Thai"/>
                        <a:sym typeface="IBM Plex Sans Thai"/>
                      </a:endParaRPr>
                    </a:p>
                  </a:txBody>
                  <a:tcPr marT="152400" marB="152400" marR="228600" marL="228600">
                    <a:lnL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solidFill>
                            <a:srgbClr val="3C4043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Limpieza, validación y enriquecimiento de la data</a:t>
                      </a:r>
                      <a:endParaRPr sz="800">
                        <a:solidFill>
                          <a:srgbClr val="3C4043"/>
                        </a:solidFill>
                        <a:latin typeface="IBM Plex Sans Thai"/>
                        <a:ea typeface="IBM Plex Sans Thai"/>
                        <a:cs typeface="IBM Plex Sans Thai"/>
                        <a:sym typeface="IBM Plex Sans Thai"/>
                      </a:endParaRPr>
                    </a:p>
                  </a:txBody>
                  <a:tcPr marT="152400" marB="152400" marR="228600" marL="228600">
                    <a:lnL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>
                          <a:solidFill>
                            <a:srgbClr val="0D47A1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 Dataprep / Dataflow</a:t>
                      </a:r>
                      <a:endParaRPr b="1" sz="800">
                        <a:solidFill>
                          <a:srgbClr val="0D47A1"/>
                        </a:solidFill>
                        <a:latin typeface="IBM Plex Sans Thai"/>
                        <a:ea typeface="IBM Plex Sans Thai"/>
                        <a:cs typeface="IBM Plex Sans Thai"/>
                        <a:sym typeface="IBM Plex Sans Thai"/>
                      </a:endParaRPr>
                    </a:p>
                  </a:txBody>
                  <a:tcPr marT="152400" marB="152400" marR="228600" marL="228600">
                    <a:lnL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277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>
                          <a:solidFill>
                            <a:srgbClr val="1976D2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Data Warehouse Central</a:t>
                      </a:r>
                      <a:endParaRPr b="1" sz="800">
                        <a:solidFill>
                          <a:srgbClr val="1976D2"/>
                        </a:solidFill>
                        <a:latin typeface="IBM Plex Sans Thai"/>
                        <a:ea typeface="IBM Plex Sans Thai"/>
                        <a:cs typeface="IBM Plex Sans Thai"/>
                        <a:sym typeface="IBM Plex Sans Thai"/>
                      </a:endParaRPr>
                    </a:p>
                  </a:txBody>
                  <a:tcPr marT="152400" marB="152400" marR="228600" marL="228600">
                    <a:lnL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solidFill>
                            <a:srgbClr val="3C4043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Almacenamiento procesado y consulta SQL masiva</a:t>
                      </a:r>
                      <a:endParaRPr sz="800">
                        <a:solidFill>
                          <a:srgbClr val="3C4043"/>
                        </a:solidFill>
                        <a:latin typeface="IBM Plex Sans Thai"/>
                        <a:ea typeface="IBM Plex Sans Thai"/>
                        <a:cs typeface="IBM Plex Sans Thai"/>
                        <a:sym typeface="IBM Plex Sans Thai"/>
                      </a:endParaRPr>
                    </a:p>
                  </a:txBody>
                  <a:tcPr marT="152400" marB="152400" marR="228600" marL="228600">
                    <a:lnL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>
                          <a:solidFill>
                            <a:srgbClr val="0D47A1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 BigQuery</a:t>
                      </a:r>
                      <a:endParaRPr b="1" sz="800">
                        <a:solidFill>
                          <a:srgbClr val="0D47A1"/>
                        </a:solidFill>
                        <a:latin typeface="IBM Plex Sans Thai"/>
                        <a:ea typeface="IBM Plex Sans Thai"/>
                        <a:cs typeface="IBM Plex Sans Thai"/>
                        <a:sym typeface="IBM Plex Sans Thai"/>
                      </a:endParaRPr>
                    </a:p>
                  </a:txBody>
                  <a:tcPr marT="152400" marB="152400" marR="228600" marL="228600">
                    <a:lnL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277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>
                          <a:solidFill>
                            <a:srgbClr val="1976D2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Machine Learning</a:t>
                      </a:r>
                      <a:endParaRPr b="1" sz="800">
                        <a:solidFill>
                          <a:srgbClr val="1976D2"/>
                        </a:solidFill>
                        <a:latin typeface="IBM Plex Sans Thai"/>
                        <a:ea typeface="IBM Plex Sans Thai"/>
                        <a:cs typeface="IBM Plex Sans Thai"/>
                        <a:sym typeface="IBM Plex Sans Thai"/>
                      </a:endParaRPr>
                    </a:p>
                  </a:txBody>
                  <a:tcPr marT="152400" marB="152400" marR="228600" marL="228600">
                    <a:lnL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solidFill>
                            <a:srgbClr val="3C4043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Predicción de demanda y detección de anomalías</a:t>
                      </a:r>
                      <a:endParaRPr sz="800">
                        <a:solidFill>
                          <a:srgbClr val="3C4043"/>
                        </a:solidFill>
                        <a:latin typeface="IBM Plex Sans Thai"/>
                        <a:ea typeface="IBM Plex Sans Thai"/>
                        <a:cs typeface="IBM Plex Sans Thai"/>
                        <a:sym typeface="IBM Plex Sans Thai"/>
                      </a:endParaRPr>
                    </a:p>
                  </a:txBody>
                  <a:tcPr marT="152400" marB="152400" marR="228600" marL="228600">
                    <a:lnL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>
                          <a:solidFill>
                            <a:srgbClr val="0D47A1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 BigQuery ML / Vertex AI</a:t>
                      </a:r>
                      <a:endParaRPr b="1" sz="800">
                        <a:solidFill>
                          <a:srgbClr val="0D47A1"/>
                        </a:solidFill>
                        <a:latin typeface="IBM Plex Sans Thai"/>
                        <a:ea typeface="IBM Plex Sans Thai"/>
                        <a:cs typeface="IBM Plex Sans Thai"/>
                        <a:sym typeface="IBM Plex Sans Thai"/>
                      </a:endParaRPr>
                    </a:p>
                  </a:txBody>
                  <a:tcPr marT="152400" marB="152400" marR="228600" marL="228600">
                    <a:lnL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13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>
                          <a:solidFill>
                            <a:srgbClr val="1976D2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Visualización</a:t>
                      </a:r>
                      <a:endParaRPr b="1" sz="800">
                        <a:solidFill>
                          <a:srgbClr val="1976D2"/>
                        </a:solidFill>
                        <a:latin typeface="IBM Plex Sans Thai"/>
                        <a:ea typeface="IBM Plex Sans Thai"/>
                        <a:cs typeface="IBM Plex Sans Thai"/>
                        <a:sym typeface="IBM Plex Sans Thai"/>
                      </a:endParaRPr>
                    </a:p>
                  </a:txBody>
                  <a:tcPr marT="152400" marB="152400" marR="228600" marL="228600">
                    <a:lnL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00">
                          <a:solidFill>
                            <a:srgbClr val="3C4043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Dashboards de KPIs y analítica gerencial/operacional</a:t>
                      </a:r>
                      <a:endParaRPr sz="800">
                        <a:solidFill>
                          <a:srgbClr val="3C4043"/>
                        </a:solidFill>
                        <a:latin typeface="IBM Plex Sans Thai"/>
                        <a:ea typeface="IBM Plex Sans Thai"/>
                        <a:cs typeface="IBM Plex Sans Thai"/>
                        <a:sym typeface="IBM Plex Sans Thai"/>
                      </a:endParaRPr>
                    </a:p>
                  </a:txBody>
                  <a:tcPr marT="152400" marB="152400" marR="228600" marL="228600">
                    <a:lnL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00">
                          <a:solidFill>
                            <a:srgbClr val="0D47A1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 Looker Studio</a:t>
                      </a:r>
                      <a:endParaRPr b="1" sz="800">
                        <a:solidFill>
                          <a:srgbClr val="0D47A1"/>
                        </a:solidFill>
                        <a:latin typeface="IBM Plex Sans Thai"/>
                        <a:ea typeface="IBM Plex Sans Thai"/>
                        <a:cs typeface="IBM Plex Sans Thai"/>
                        <a:sym typeface="IBM Plex Sans Thai"/>
                      </a:endParaRPr>
                    </a:p>
                  </a:txBody>
                  <a:tcPr marT="152400" marB="152400" marR="228600" marL="228600">
                    <a:lnL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2A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 txBox="1"/>
          <p:nvPr>
            <p:ph type="title"/>
          </p:nvPr>
        </p:nvSpPr>
        <p:spPr>
          <a:xfrm>
            <a:off x="556260" y="322862"/>
            <a:ext cx="7875600" cy="995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Goldman"/>
                <a:ea typeface="Goldman"/>
                <a:cs typeface="Goldman"/>
                <a:sym typeface="Goldman"/>
              </a:rPr>
              <a:t>Ciclo de Vida de los Datos</a:t>
            </a:r>
            <a:endParaRPr>
              <a:latin typeface="Goldman"/>
              <a:ea typeface="Goldman"/>
              <a:cs typeface="Goldman"/>
              <a:sym typeface="Goldman"/>
            </a:endParaRPr>
          </a:p>
        </p:txBody>
      </p:sp>
      <p:sp>
        <p:nvSpPr>
          <p:cNvPr id="214" name="Google Shape;214;p23"/>
          <p:cNvSpPr txBox="1"/>
          <p:nvPr>
            <p:ph idx="1" type="body"/>
          </p:nvPr>
        </p:nvSpPr>
        <p:spPr>
          <a:xfrm>
            <a:off x="605275" y="1620850"/>
            <a:ext cx="3621000" cy="7428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900">
                <a:latin typeface="IBM Plex Sans Thai"/>
                <a:ea typeface="IBM Plex Sans Thai"/>
                <a:cs typeface="IBM Plex Sans Thai"/>
                <a:sym typeface="IBM Plex Sans Thai"/>
              </a:rPr>
              <a:t>1. Captura e Ingestión</a:t>
            </a:r>
            <a:endParaRPr b="1" sz="900">
              <a:latin typeface="IBM Plex Sans Thai"/>
              <a:ea typeface="IBM Plex Sans Thai"/>
              <a:cs typeface="IBM Plex Sans Thai"/>
              <a:sym typeface="IBM Plex Sans Tha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latin typeface="IBM Plex Sans Thai"/>
                <a:ea typeface="IBM Plex Sans Thai"/>
                <a:cs typeface="IBM Plex Sans Thai"/>
                <a:sym typeface="IBM Plex Sans Thai"/>
              </a:rPr>
              <a:t>Definición de formatos, frecuencias de actualización y mecanismos de recepción (Batch de históricos o Streaming de GPS).</a:t>
            </a:r>
            <a:endParaRPr sz="900">
              <a:latin typeface="IBM Plex Sans Thai"/>
              <a:ea typeface="IBM Plex Sans Thai"/>
              <a:cs typeface="IBM Plex Sans Thai"/>
              <a:sym typeface="IBM Plex Sans Tha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IBM Plex Sans Thai"/>
              <a:ea typeface="IBM Plex Sans Thai"/>
              <a:cs typeface="IBM Plex Sans Thai"/>
              <a:sym typeface="IBM Plex Sans Thai"/>
            </a:endParaRPr>
          </a:p>
        </p:txBody>
      </p:sp>
      <p:sp>
        <p:nvSpPr>
          <p:cNvPr id="215" name="Google Shape;215;p23"/>
          <p:cNvSpPr txBox="1"/>
          <p:nvPr>
            <p:ph idx="1" type="body"/>
          </p:nvPr>
        </p:nvSpPr>
        <p:spPr>
          <a:xfrm>
            <a:off x="605275" y="2363650"/>
            <a:ext cx="3621000" cy="7428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900">
                <a:latin typeface="IBM Plex Sans Thai"/>
                <a:ea typeface="IBM Plex Sans Thai"/>
                <a:cs typeface="IBM Plex Sans Thai"/>
                <a:sym typeface="IBM Plex Sans Thai"/>
              </a:rPr>
              <a:t>2. Almacenamiento RAW</a:t>
            </a:r>
            <a:endParaRPr b="1" sz="900">
              <a:latin typeface="IBM Plex Sans Thai"/>
              <a:ea typeface="IBM Plex Sans Thai"/>
              <a:cs typeface="IBM Plex Sans Thai"/>
              <a:sym typeface="IBM Plex Sans Tha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900">
                <a:latin typeface="IBM Plex Sans Thai"/>
                <a:ea typeface="IBM Plex Sans Thai"/>
                <a:cs typeface="IBM Plex Sans Thai"/>
                <a:sym typeface="IBM Plex Sans Thai"/>
              </a:rPr>
              <a:t>Recepción de datos sin transformar en Cloud Storage o tablas crudas de BigQuery. Aplicación de metadatos básicos y accesos.</a:t>
            </a:r>
            <a:endParaRPr sz="900">
              <a:latin typeface="IBM Plex Sans Thai"/>
              <a:ea typeface="IBM Plex Sans Thai"/>
              <a:cs typeface="IBM Plex Sans Thai"/>
              <a:sym typeface="IBM Plex Sans Thai"/>
            </a:endParaRPr>
          </a:p>
        </p:txBody>
      </p:sp>
      <p:sp>
        <p:nvSpPr>
          <p:cNvPr id="216" name="Google Shape;216;p23"/>
          <p:cNvSpPr txBox="1"/>
          <p:nvPr>
            <p:ph idx="1" type="body"/>
          </p:nvPr>
        </p:nvSpPr>
        <p:spPr>
          <a:xfrm>
            <a:off x="605275" y="3106450"/>
            <a:ext cx="3621000" cy="7428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900">
                <a:latin typeface="IBM Plex Sans Thai"/>
                <a:ea typeface="IBM Plex Sans Thai"/>
                <a:cs typeface="IBM Plex Sans Thai"/>
                <a:sym typeface="IBM Plex Sans Thai"/>
              </a:rPr>
              <a:t>3. Transformación y Curación</a:t>
            </a:r>
            <a:endParaRPr b="1" sz="900">
              <a:latin typeface="IBM Plex Sans Thai"/>
              <a:ea typeface="IBM Plex Sans Thai"/>
              <a:cs typeface="IBM Plex Sans Thai"/>
              <a:sym typeface="IBM Plex Sans Tha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900">
                <a:latin typeface="IBM Plex Sans Thai"/>
                <a:ea typeface="IBM Plex Sans Thai"/>
                <a:cs typeface="IBM Plex Sans Thai"/>
                <a:sym typeface="IBM Plex Sans Thai"/>
              </a:rPr>
              <a:t>Procesos ETL/ELT para estandarizar, limpiar anomalías y generar agregaciones (demanda por zona, horarios, ingresos).</a:t>
            </a:r>
            <a:endParaRPr sz="900">
              <a:latin typeface="IBM Plex Sans Thai"/>
              <a:ea typeface="IBM Plex Sans Thai"/>
              <a:cs typeface="IBM Plex Sans Thai"/>
              <a:sym typeface="IBM Plex Sans Thai"/>
            </a:endParaRPr>
          </a:p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605275" y="3849250"/>
            <a:ext cx="3621000" cy="7428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900">
                <a:latin typeface="IBM Plex Sans Thai"/>
                <a:ea typeface="IBM Plex Sans Thai"/>
                <a:cs typeface="IBM Plex Sans Thai"/>
                <a:sym typeface="IBM Plex Sans Thai"/>
              </a:rPr>
              <a:t>4. Consumo y Retención</a:t>
            </a:r>
            <a:endParaRPr b="1" sz="900">
              <a:latin typeface="IBM Plex Sans Thai"/>
              <a:ea typeface="IBM Plex Sans Thai"/>
              <a:cs typeface="IBM Plex Sans Thai"/>
              <a:sym typeface="IBM Plex Sans Tha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900">
                <a:latin typeface="IBM Plex Sans Thai"/>
                <a:ea typeface="IBM Plex Sans Thai"/>
                <a:cs typeface="IBM Plex Sans Thai"/>
                <a:sym typeface="IBM Plex Sans Thai"/>
              </a:rPr>
              <a:t>Consumo en Looker o Modelos ML. Aplicación de políticas de archivado: eliminar detallados antiguos, preservar agregados.</a:t>
            </a:r>
            <a:endParaRPr sz="900">
              <a:latin typeface="IBM Plex Sans Thai"/>
              <a:ea typeface="IBM Plex Sans Thai"/>
              <a:cs typeface="IBM Plex Sans Thai"/>
              <a:sym typeface="IBM Plex Sans Thai"/>
            </a:endParaRPr>
          </a:p>
        </p:txBody>
      </p:sp>
      <p:pic>
        <p:nvPicPr>
          <p:cNvPr descr="Big Data Technology for Business Finance Concept. (proporcionado por Getty Images)" id="218" name="Google Shape;2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1126" y="1929101"/>
            <a:ext cx="3621002" cy="24452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 txBox="1"/>
          <p:nvPr>
            <p:ph type="title"/>
          </p:nvPr>
        </p:nvSpPr>
        <p:spPr>
          <a:xfrm>
            <a:off x="1799715" y="121920"/>
            <a:ext cx="6632400" cy="1212600"/>
          </a:xfrm>
          <a:prstGeom prst="rect">
            <a:avLst/>
          </a:prstGeom>
        </p:spPr>
        <p:txBody>
          <a:bodyPr anchorCtr="0" anchor="b" bIns="34275" lIns="0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Goldman"/>
                <a:ea typeface="Goldman"/>
                <a:cs typeface="Goldman"/>
                <a:sym typeface="Goldman"/>
              </a:rPr>
              <a:t>Gobernanza y Calidad de Datos</a:t>
            </a:r>
            <a:endParaRPr>
              <a:latin typeface="Goldman"/>
              <a:ea typeface="Goldman"/>
              <a:cs typeface="Goldman"/>
              <a:sym typeface="Goldman"/>
            </a:endParaRPr>
          </a:p>
        </p:txBody>
      </p:sp>
      <p:sp>
        <p:nvSpPr>
          <p:cNvPr id="224" name="Google Shape;224;p24"/>
          <p:cNvSpPr txBox="1"/>
          <p:nvPr>
            <p:ph idx="1" type="body"/>
          </p:nvPr>
        </p:nvSpPr>
        <p:spPr>
          <a:xfrm>
            <a:off x="1457875" y="1724425"/>
            <a:ext cx="4240500" cy="3301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accent3"/>
                </a:solidFill>
                <a:latin typeface="Goldman"/>
                <a:ea typeface="Goldman"/>
                <a:cs typeface="Goldman"/>
                <a:sym typeface="Goldman"/>
              </a:rPr>
              <a:t>Roles y Reglas Claras</a:t>
            </a:r>
            <a:endParaRPr b="1">
              <a:solidFill>
                <a:schemeClr val="accent3"/>
              </a:solidFill>
              <a:latin typeface="Goldman"/>
              <a:ea typeface="Goldman"/>
              <a:cs typeface="Goldman"/>
              <a:sym typeface="Gold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IBM Plex Sans Thai"/>
                <a:ea typeface="IBM Plex Sans Thai"/>
                <a:cs typeface="IBM Plex Sans Thai"/>
                <a:sym typeface="IBM Plex Sans Thai"/>
              </a:rPr>
              <a:t>La tecnología por sí sola no basta. Se requiere responsabilidad organizacional mediante </a:t>
            </a:r>
            <a:r>
              <a:rPr b="1" lang="es">
                <a:latin typeface="IBM Plex Sans Thai"/>
                <a:ea typeface="IBM Plex Sans Thai"/>
                <a:cs typeface="IBM Plex Sans Thai"/>
                <a:sym typeface="IBM Plex Sans Thai"/>
              </a:rPr>
              <a:t>Data Owners </a:t>
            </a:r>
            <a:r>
              <a:rPr lang="es">
                <a:latin typeface="IBM Plex Sans Thai"/>
                <a:ea typeface="IBM Plex Sans Thai"/>
                <a:cs typeface="IBM Plex Sans Thai"/>
                <a:sym typeface="IBM Plex Sans Thai"/>
              </a:rPr>
              <a:t>(áreas de negocio) y</a:t>
            </a:r>
            <a:r>
              <a:rPr b="1" lang="es">
                <a:latin typeface="IBM Plex Sans Thai"/>
                <a:ea typeface="IBM Plex Sans Thai"/>
                <a:cs typeface="IBM Plex Sans Thai"/>
                <a:sym typeface="IBM Plex Sans Thai"/>
              </a:rPr>
              <a:t> Data Stewards </a:t>
            </a:r>
            <a:r>
              <a:rPr lang="es">
                <a:latin typeface="IBM Plex Sans Thai"/>
                <a:ea typeface="IBM Plex Sans Thai"/>
                <a:cs typeface="IBM Plex Sans Thai"/>
                <a:sym typeface="IBM Plex Sans Thai"/>
              </a:rPr>
              <a:t>(reglas de calidad).</a:t>
            </a:r>
            <a:endParaRPr>
              <a:latin typeface="IBM Plex Sans Thai"/>
              <a:ea typeface="IBM Plex Sans Thai"/>
              <a:cs typeface="IBM Plex Sans Thai"/>
              <a:sym typeface="IBM Plex Sans Tha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IBM Plex Sans Thai"/>
                <a:ea typeface="IBM Plex Sans Thai"/>
                <a:cs typeface="IBM Plex Sans Thai"/>
                <a:sym typeface="IBM Plex Sans Thai"/>
              </a:rPr>
              <a:t>Se integran reglas estrictas en pipelines para:</a:t>
            </a:r>
            <a:endParaRPr>
              <a:latin typeface="IBM Plex Sans Thai"/>
              <a:ea typeface="IBM Plex Sans Thai"/>
              <a:cs typeface="IBM Plex Sans Thai"/>
              <a:sym typeface="IBM Plex Sans Thai"/>
            </a:endParaRPr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Font typeface="IBM Plex Sans Thai"/>
              <a:buChar char="-"/>
            </a:pPr>
            <a:r>
              <a:rPr lang="es">
                <a:latin typeface="IBM Plex Sans Thai"/>
                <a:ea typeface="IBM Plex Sans Thai"/>
                <a:cs typeface="IBM Plex Sans Thai"/>
                <a:sym typeface="IBM Plex Sans Thai"/>
              </a:rPr>
              <a:t>Validación de coordenadas GPS consistentes.</a:t>
            </a:r>
            <a:endParaRPr>
              <a:latin typeface="IBM Plex Sans Thai"/>
              <a:ea typeface="IBM Plex Sans Thai"/>
              <a:cs typeface="IBM Plex Sans Thai"/>
              <a:sym typeface="IBM Plex Sans Tha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IBM Plex Sans Thai"/>
              <a:buChar char="-"/>
            </a:pPr>
            <a:r>
              <a:rPr lang="es">
                <a:latin typeface="IBM Plex Sans Thai"/>
                <a:ea typeface="IBM Plex Sans Thai"/>
                <a:cs typeface="IBM Plex Sans Thai"/>
                <a:sym typeface="IBM Plex Sans Thai"/>
              </a:rPr>
              <a:t>Verificación de rangos lógicos de tarifas.</a:t>
            </a:r>
            <a:endParaRPr>
              <a:latin typeface="IBM Plex Sans Thai"/>
              <a:ea typeface="IBM Plex Sans Thai"/>
              <a:cs typeface="IBM Plex Sans Thai"/>
              <a:sym typeface="IBM Plex Sans Tha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IBM Plex Sans Thai"/>
              <a:buChar char="-"/>
            </a:pPr>
            <a:r>
              <a:rPr lang="es">
                <a:latin typeface="IBM Plex Sans Thai"/>
                <a:ea typeface="IBM Plex Sans Thai"/>
                <a:cs typeface="IBM Plex Sans Thai"/>
                <a:sym typeface="IBM Plex Sans Thai"/>
              </a:rPr>
              <a:t>Uso de Data Catalog para linaje y metadatos, garantizando trazabilidad y confianza analítica.</a:t>
            </a:r>
            <a:endParaRPr>
              <a:latin typeface="IBM Plex Sans Thai"/>
              <a:ea typeface="IBM Plex Sans Thai"/>
              <a:cs typeface="IBM Plex Sans Thai"/>
              <a:sym typeface="IBM Plex Sans Tha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Thai"/>
              <a:ea typeface="IBM Plex Sans Thai"/>
              <a:cs typeface="IBM Plex Sans Thai"/>
              <a:sym typeface="IBM Plex Sans Thai"/>
            </a:endParaRPr>
          </a:p>
        </p:txBody>
      </p:sp>
      <p:pic>
        <p:nvPicPr>
          <p:cNvPr descr="QA Quality Assurance and Quality Control Concept (proporcionado por Getty Images)" id="225" name="Google Shape;2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5969" y="2498599"/>
            <a:ext cx="2917550" cy="19459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"/>
          <p:cNvSpPr txBox="1"/>
          <p:nvPr>
            <p:ph type="title"/>
          </p:nvPr>
        </p:nvSpPr>
        <p:spPr>
          <a:xfrm>
            <a:off x="2479252" y="84823"/>
            <a:ext cx="5565600" cy="1242300"/>
          </a:xfrm>
          <a:prstGeom prst="rect">
            <a:avLst/>
          </a:prstGeom>
        </p:spPr>
        <p:txBody>
          <a:bodyPr anchorCtr="0" anchor="b" bIns="34275" lIns="0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Goldman"/>
                <a:ea typeface="Goldman"/>
                <a:cs typeface="Goldman"/>
                <a:sym typeface="Goldman"/>
              </a:rPr>
              <a:t>Seguridad y Privacidad</a:t>
            </a:r>
            <a:endParaRPr>
              <a:latin typeface="Goldman"/>
              <a:ea typeface="Goldman"/>
              <a:cs typeface="Goldman"/>
              <a:sym typeface="Goldman"/>
            </a:endParaRPr>
          </a:p>
        </p:txBody>
      </p:sp>
      <p:sp>
        <p:nvSpPr>
          <p:cNvPr id="231" name="Google Shape;231;p25"/>
          <p:cNvSpPr txBox="1"/>
          <p:nvPr>
            <p:ph idx="1" type="body"/>
          </p:nvPr>
        </p:nvSpPr>
        <p:spPr>
          <a:xfrm>
            <a:off x="2479252" y="1852613"/>
            <a:ext cx="5565600" cy="2757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latin typeface="IBM Plex Sans Thai"/>
                <a:ea typeface="IBM Plex Sans Thai"/>
                <a:cs typeface="IBM Plex Sans Thai"/>
                <a:sym typeface="IBM Plex Sans Thai"/>
              </a:rPr>
              <a:t>Protección de Datos Sensibles</a:t>
            </a:r>
            <a:endParaRPr b="1">
              <a:latin typeface="IBM Plex Sans Thai"/>
              <a:ea typeface="IBM Plex Sans Thai"/>
              <a:cs typeface="IBM Plex Sans Thai"/>
              <a:sym typeface="IBM Plex Sans Thai"/>
            </a:endParaRPr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es">
                <a:latin typeface="IBM Plex Sans Thai"/>
                <a:ea typeface="IBM Plex Sans Thai"/>
                <a:cs typeface="IBM Plex Sans Thai"/>
                <a:sym typeface="IBM Plex Sans Thai"/>
              </a:rPr>
              <a:t>El dataset incluye información crítica financiera y operacional. Es obligatorio el </a:t>
            </a:r>
            <a:r>
              <a:rPr b="1" lang="es">
                <a:latin typeface="IBM Plex Sans Thai"/>
                <a:ea typeface="IBM Plex Sans Thai"/>
                <a:cs typeface="IBM Plex Sans Thai"/>
                <a:sym typeface="IBM Plex Sans Thai"/>
              </a:rPr>
              <a:t>enmascaramiento y anonimización</a:t>
            </a:r>
            <a:r>
              <a:rPr lang="es">
                <a:latin typeface="IBM Plex Sans Thai"/>
                <a:ea typeface="IBM Plex Sans Thai"/>
                <a:cs typeface="IBM Plex Sans Thai"/>
                <a:sym typeface="IBM Plex Sans Thai"/>
              </a:rPr>
              <a:t> de PII y pagos.</a:t>
            </a:r>
            <a:endParaRPr>
              <a:latin typeface="IBM Plex Sans Thai"/>
              <a:ea typeface="IBM Plex Sans Thai"/>
              <a:cs typeface="IBM Plex Sans Thai"/>
              <a:sym typeface="IBM Plex Sans Tha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>
                <a:latin typeface="IBM Plex Sans Thai"/>
                <a:ea typeface="IBM Plex Sans Thai"/>
                <a:cs typeface="IBM Plex Sans Thai"/>
                <a:sym typeface="IBM Plex Sans Thai"/>
              </a:rPr>
              <a:t>Se implementa </a:t>
            </a:r>
            <a:r>
              <a:rPr b="1" lang="es">
                <a:latin typeface="IBM Plex Sans Thai"/>
                <a:ea typeface="IBM Plex Sans Thai"/>
                <a:cs typeface="IBM Plex Sans Thai"/>
                <a:sym typeface="IBM Plex Sans Thai"/>
              </a:rPr>
              <a:t>RBAC (Control de Acceso Basado en Roles) </a:t>
            </a:r>
            <a:r>
              <a:rPr lang="es">
                <a:latin typeface="IBM Plex Sans Thai"/>
                <a:ea typeface="IBM Plex Sans Thai"/>
                <a:cs typeface="IBM Plex Sans Thai"/>
                <a:sym typeface="IBM Plex Sans Thai"/>
              </a:rPr>
              <a:t>aplicando el principio de mínimo privilegio.</a:t>
            </a:r>
            <a:endParaRPr>
              <a:latin typeface="IBM Plex Sans Thai"/>
              <a:ea typeface="IBM Plex Sans Thai"/>
              <a:cs typeface="IBM Plex Sans Thai"/>
              <a:sym typeface="IBM Plex Sans Tha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IBM Plex Sans Thai"/>
              <a:buChar char="-"/>
            </a:pPr>
            <a:r>
              <a:rPr lang="es">
                <a:latin typeface="IBM Plex Sans Thai"/>
                <a:ea typeface="IBM Plex Sans Thai"/>
                <a:cs typeface="IBM Plex Sans Thai"/>
                <a:sym typeface="IBM Plex Sans Thai"/>
              </a:rPr>
              <a:t>Separación estricta de permisos entre Desarrolladores, Analistas, Científicos de Datos y Gerencia.</a:t>
            </a:r>
            <a:endParaRPr>
              <a:latin typeface="IBM Plex Sans Thai"/>
              <a:ea typeface="IBM Plex Sans Thai"/>
              <a:cs typeface="IBM Plex Sans Thai"/>
              <a:sym typeface="IBM Plex Sans Tha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>
                <a:latin typeface="IBM Plex Sans Thai"/>
                <a:ea typeface="IBM Plex Sans Thai"/>
                <a:cs typeface="IBM Plex Sans Thai"/>
                <a:sym typeface="IBM Plex Sans Thai"/>
              </a:rPr>
              <a:t>Habilitación de </a:t>
            </a:r>
            <a:r>
              <a:rPr b="1" lang="es">
                <a:latin typeface="IBM Plex Sans Thai"/>
                <a:ea typeface="IBM Plex Sans Thai"/>
                <a:cs typeface="IBM Plex Sans Thai"/>
                <a:sym typeface="IBM Plex Sans Thai"/>
              </a:rPr>
              <a:t>Audit Logs (registros de auditoría)</a:t>
            </a:r>
            <a:r>
              <a:rPr lang="es">
                <a:latin typeface="IBM Plex Sans Thai"/>
                <a:ea typeface="IBM Plex Sans Thai"/>
                <a:cs typeface="IBM Plex Sans Thai"/>
                <a:sym typeface="IBM Plex Sans Thai"/>
              </a:rPr>
              <a:t> en todas las capas para cumplimiento normativo.</a:t>
            </a:r>
            <a:endParaRPr>
              <a:latin typeface="IBM Plex Sans Thai"/>
              <a:ea typeface="IBM Plex Sans Thai"/>
              <a:cs typeface="IBM Plex Sans Thai"/>
              <a:sym typeface="IBM Plex Sans Thai"/>
            </a:endParaRPr>
          </a:p>
        </p:txBody>
      </p:sp>
      <p:pic>
        <p:nvPicPr>
          <p:cNvPr descr="Computer hacker - Robber stealing information from laptop (proporcionado por Getty Images)" id="232" name="Google Shape;232;p25"/>
          <p:cNvPicPr preferRelativeResize="0"/>
          <p:nvPr/>
        </p:nvPicPr>
        <p:blipFill rotWithShape="1">
          <a:blip r:embed="rId3">
            <a:alphaModFix/>
          </a:blip>
          <a:srcRect b="0" l="18140" r="19328" t="0"/>
          <a:stretch/>
        </p:blipFill>
        <p:spPr>
          <a:xfrm>
            <a:off x="263325" y="646850"/>
            <a:ext cx="1916575" cy="408672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 txBox="1"/>
          <p:nvPr>
            <p:ph type="title"/>
          </p:nvPr>
        </p:nvSpPr>
        <p:spPr>
          <a:xfrm>
            <a:off x="626873" y="130301"/>
            <a:ext cx="3307200" cy="1652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Goldman"/>
                <a:ea typeface="Goldman"/>
                <a:cs typeface="Goldman"/>
                <a:sym typeface="Goldman"/>
              </a:rPr>
              <a:t>Resultados y Madurez de la Plataforma</a:t>
            </a:r>
            <a:endParaRPr>
              <a:latin typeface="Goldman"/>
              <a:ea typeface="Goldman"/>
              <a:cs typeface="Goldman"/>
              <a:sym typeface="Goldman"/>
            </a:endParaRPr>
          </a:p>
        </p:txBody>
      </p:sp>
      <p:sp>
        <p:nvSpPr>
          <p:cNvPr id="238" name="Google Shape;238;p26"/>
          <p:cNvSpPr txBox="1"/>
          <p:nvPr>
            <p:ph idx="1" type="body"/>
          </p:nvPr>
        </p:nvSpPr>
        <p:spPr>
          <a:xfrm>
            <a:off x="626875" y="3679800"/>
            <a:ext cx="2382600" cy="1517400"/>
          </a:xfrm>
          <a:prstGeom prst="rect">
            <a:avLst/>
          </a:prstGeom>
          <a:solidFill>
            <a:srgbClr val="4A017E"/>
          </a:solidFill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IBM Plex Sans Thai"/>
                <a:ea typeface="IBM Plex Sans Thai"/>
                <a:cs typeface="IBM Plex Sans Thai"/>
                <a:sym typeface="IBM Plex Sans Thai"/>
              </a:rPr>
              <a:t>Una convergencia fluida entre la robustez de un Data Lake (historia) y la inmediatez operacional (streaming) de un Warehouse.</a:t>
            </a:r>
            <a:endParaRPr>
              <a:latin typeface="IBM Plex Sans Thai"/>
              <a:ea typeface="IBM Plex Sans Thai"/>
              <a:cs typeface="IBM Plex Sans Thai"/>
              <a:sym typeface="IBM Plex Sans Thai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Thai"/>
              <a:ea typeface="IBM Plex Sans Thai"/>
              <a:cs typeface="IBM Plex Sans Thai"/>
              <a:sym typeface="IBM Plex Sans Thai"/>
            </a:endParaRPr>
          </a:p>
        </p:txBody>
      </p:sp>
      <p:sp>
        <p:nvSpPr>
          <p:cNvPr id="239" name="Google Shape;239;p26"/>
          <p:cNvSpPr txBox="1"/>
          <p:nvPr>
            <p:ph idx="1" type="body"/>
          </p:nvPr>
        </p:nvSpPr>
        <p:spPr>
          <a:xfrm>
            <a:off x="3251825" y="3679675"/>
            <a:ext cx="2382600" cy="1477500"/>
          </a:xfrm>
          <a:prstGeom prst="rect">
            <a:avLst/>
          </a:prstGeom>
          <a:solidFill>
            <a:srgbClr val="4A017E"/>
          </a:solidFill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IBM Plex Sans Thai"/>
                <a:ea typeface="IBM Plex Sans Thai"/>
                <a:cs typeface="IBM Plex Sans Thai"/>
                <a:sym typeface="IBM Plex Sans Thai"/>
              </a:rPr>
              <a:t>Modelos nativos en BigQuery ML que permiten predecir demandas por sectores y horarios, evitando congestiones.</a:t>
            </a:r>
            <a:endParaRPr>
              <a:latin typeface="IBM Plex Sans Thai"/>
              <a:ea typeface="IBM Plex Sans Thai"/>
              <a:cs typeface="IBM Plex Sans Thai"/>
              <a:sym typeface="IBM Plex Sans Thai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Thai"/>
              <a:ea typeface="IBM Plex Sans Thai"/>
              <a:cs typeface="IBM Plex Sans Thai"/>
              <a:sym typeface="IBM Plex Sans Thai"/>
            </a:endParaRPr>
          </a:p>
        </p:txBody>
      </p:sp>
      <p:sp>
        <p:nvSpPr>
          <p:cNvPr id="240" name="Google Shape;240;p26"/>
          <p:cNvSpPr txBox="1"/>
          <p:nvPr/>
        </p:nvSpPr>
        <p:spPr>
          <a:xfrm>
            <a:off x="5876775" y="3679800"/>
            <a:ext cx="3000000" cy="1477500"/>
          </a:xfrm>
          <a:prstGeom prst="rect">
            <a:avLst/>
          </a:prstGeom>
          <a:solidFill>
            <a:srgbClr val="4A017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Tableros Accionables</a:t>
            </a:r>
            <a:endParaRPr>
              <a:solidFill>
                <a:schemeClr val="lt1"/>
              </a:solidFill>
              <a:latin typeface="IBM Plex Sans Thai"/>
              <a:ea typeface="IBM Plex Sans Thai"/>
              <a:cs typeface="IBM Plex Sans Thai"/>
              <a:sym typeface="IBM Plex Sans Tha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Integración con Looker Studio para entregar visibilidad directiva y operativa mediante KPIs conectados directamente al origen.</a:t>
            </a:r>
            <a:endParaRPr>
              <a:solidFill>
                <a:schemeClr val="lt1"/>
              </a:solidFill>
              <a:latin typeface="IBM Plex Sans Thai"/>
              <a:ea typeface="IBM Plex Sans Thai"/>
              <a:cs typeface="IBM Plex Sans Thai"/>
              <a:sym typeface="IBM Plex Sans Tha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BM Plex Sans Thai"/>
              <a:ea typeface="IBM Plex Sans Thai"/>
              <a:cs typeface="IBM Plex Sans Thai"/>
              <a:sym typeface="IBM Plex Sans Thai"/>
            </a:endParaRPr>
          </a:p>
        </p:txBody>
      </p:sp>
      <p:sp>
        <p:nvSpPr>
          <p:cNvPr id="241" name="Google Shape;241;p26"/>
          <p:cNvSpPr txBox="1"/>
          <p:nvPr/>
        </p:nvSpPr>
        <p:spPr>
          <a:xfrm>
            <a:off x="626875" y="3021625"/>
            <a:ext cx="238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3"/>
                </a:solidFill>
                <a:latin typeface="Goldman"/>
                <a:ea typeface="Goldman"/>
                <a:cs typeface="Goldman"/>
                <a:sym typeface="Goldman"/>
              </a:rPr>
              <a:t>Arquitectura Lakehouse</a:t>
            </a:r>
            <a:endParaRPr>
              <a:solidFill>
                <a:schemeClr val="accent3"/>
              </a:solidFill>
              <a:latin typeface="Goldman"/>
              <a:ea typeface="Goldman"/>
              <a:cs typeface="Goldman"/>
              <a:sym typeface="Goldman"/>
            </a:endParaRPr>
          </a:p>
        </p:txBody>
      </p:sp>
      <p:sp>
        <p:nvSpPr>
          <p:cNvPr id="242" name="Google Shape;242;p26"/>
          <p:cNvSpPr txBox="1"/>
          <p:nvPr/>
        </p:nvSpPr>
        <p:spPr>
          <a:xfrm>
            <a:off x="3251825" y="3021625"/>
            <a:ext cx="2403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3"/>
                </a:solidFill>
                <a:latin typeface="Goldman"/>
                <a:ea typeface="Goldman"/>
                <a:cs typeface="Goldman"/>
                <a:sym typeface="Goldman"/>
              </a:rPr>
              <a:t>Analítica Predictiva (ML)</a:t>
            </a:r>
            <a:endParaRPr>
              <a:solidFill>
                <a:schemeClr val="accent3"/>
              </a:solidFill>
              <a:latin typeface="Goldman"/>
              <a:ea typeface="Goldman"/>
              <a:cs typeface="Goldman"/>
              <a:sym typeface="Goldman"/>
            </a:endParaRPr>
          </a:p>
        </p:txBody>
      </p:sp>
      <p:sp>
        <p:nvSpPr>
          <p:cNvPr id="243" name="Google Shape;243;p26"/>
          <p:cNvSpPr txBox="1"/>
          <p:nvPr/>
        </p:nvSpPr>
        <p:spPr>
          <a:xfrm>
            <a:off x="5898075" y="3021625"/>
            <a:ext cx="2403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3"/>
                </a:solidFill>
                <a:latin typeface="Goldman"/>
                <a:ea typeface="Goldman"/>
                <a:cs typeface="Goldman"/>
                <a:sym typeface="Goldman"/>
              </a:rPr>
              <a:t>Analítica Predictiva (ML)</a:t>
            </a:r>
            <a:endParaRPr>
              <a:solidFill>
                <a:schemeClr val="accent3"/>
              </a:solidFill>
              <a:latin typeface="Goldman"/>
              <a:ea typeface="Goldman"/>
              <a:cs typeface="Goldman"/>
              <a:sym typeface="Goldman"/>
            </a:endParaRPr>
          </a:p>
        </p:txBody>
      </p:sp>
      <p:pic>
        <p:nvPicPr>
          <p:cNvPr id="244" name="Google Shape;2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150" y="2135400"/>
            <a:ext cx="1562100" cy="872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id="245" name="Google Shape;24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7036" y="2136307"/>
            <a:ext cx="1562100" cy="870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id="246" name="Google Shape;24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1457" y="2136307"/>
            <a:ext cx="1548278" cy="8708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7"/>
          <p:cNvSpPr txBox="1"/>
          <p:nvPr>
            <p:ph type="title"/>
          </p:nvPr>
        </p:nvSpPr>
        <p:spPr>
          <a:xfrm>
            <a:off x="0" y="228599"/>
            <a:ext cx="9144000" cy="24117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Goldman"/>
                <a:ea typeface="Goldman"/>
                <a:cs typeface="Goldman"/>
                <a:sym typeface="Goldman"/>
              </a:rPr>
              <a:t>¿Preguntas?</a:t>
            </a:r>
            <a:endParaRPr>
              <a:latin typeface="Goldman"/>
              <a:ea typeface="Goldman"/>
              <a:cs typeface="Goldman"/>
              <a:sym typeface="Goldman"/>
            </a:endParaRPr>
          </a:p>
        </p:txBody>
      </p:sp>
      <p:sp>
        <p:nvSpPr>
          <p:cNvPr id="252" name="Google Shape;252;p27"/>
          <p:cNvSpPr txBox="1"/>
          <p:nvPr>
            <p:ph idx="1" type="subTitle"/>
          </p:nvPr>
        </p:nvSpPr>
        <p:spPr>
          <a:xfrm>
            <a:off x="987075" y="2752975"/>
            <a:ext cx="7084200" cy="819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siganos para mas presentaciones en www.maiquelpumapresentacionesprofesionales.cl</a:t>
            </a:r>
            <a:endParaRPr>
              <a:solidFill>
                <a:schemeClr val="lt2"/>
              </a:solidFill>
              <a:latin typeface="IBM Plex Sans Thai"/>
              <a:ea typeface="IBM Plex Sans Thai"/>
              <a:cs typeface="IBM Plex Sans Thai"/>
              <a:sym typeface="IBM Plex Sans Thai"/>
            </a:endParaRPr>
          </a:p>
        </p:txBody>
      </p:sp>
      <p:pic>
        <p:nvPicPr>
          <p:cNvPr descr="a small kitten is standing on its hind legs and looking at the camera (proporcionado por Tenor)" id="253" name="Google Shape;2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1275" y="4202154"/>
            <a:ext cx="1072726" cy="941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urple dog is standing on a white surface . (proporcionado por Tenor)" id="254" name="Google Shape;25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202150"/>
            <a:ext cx="881986" cy="94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rsonalizar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